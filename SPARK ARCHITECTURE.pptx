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256" r:id="rId2"/>
    <p:sldId id="257" r:id="rId3"/>
    <p:sldId id="258" r:id="rId4"/>
    <p:sldId id="267" r:id="rId5"/>
    <p:sldId id="260" r:id="rId6"/>
    <p:sldId id="271" r:id="rId7"/>
    <p:sldId id="268" r:id="rId8"/>
    <p:sldId id="269" r:id="rId9"/>
    <p:sldId id="270" r:id="rId10"/>
  </p:sldIdLst>
  <p:sldSz cx="9144000" cy="6858000" type="screen4x3"/>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288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p:cViewPr>
        <p:scale>
          <a:sx n="82" d="100"/>
          <a:sy n="82" d="100"/>
        </p:scale>
        <p:origin x="1411" y="298"/>
      </p:cViewPr>
      <p:guideLst>
        <p:guide pos="2880"/>
        <p:guide orient="horz" pos="2160"/>
      </p:guideLst>
    </p:cSldViewPr>
  </p:slideViewPr>
  <p:notesTextViewPr>
    <p:cViewPr>
      <p:scale>
        <a:sx n="1" d="1"/>
        <a:sy n="1" d="1"/>
      </p:scale>
      <p:origin x="0" y="0"/>
    </p:cViewPr>
  </p:notesTextViewPr>
  <p:notesViewPr>
    <p:cSldViewPr showGuides="1">
      <p:cViewPr varScale="1">
        <p:scale>
          <a:sx n="90" d="100"/>
          <a:sy n="90" d="100"/>
        </p:scale>
        <p:origin x="3024"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kkakula Dheeraj" userId="87f86c02c3c8366e" providerId="LiveId" clId="{B610243A-319A-4CD7-8DFE-868B803DC4E7}"/>
    <pc:docChg chg="undo custSel addSld modSld">
      <pc:chgData name="Lakkakula Dheeraj" userId="87f86c02c3c8366e" providerId="LiveId" clId="{B610243A-319A-4CD7-8DFE-868B803DC4E7}" dt="2026-01-10T10:54:30.915" v="676"/>
      <pc:docMkLst>
        <pc:docMk/>
      </pc:docMkLst>
      <pc:sldChg chg="addSp modSp mod">
        <pc:chgData name="Lakkakula Dheeraj" userId="87f86c02c3c8366e" providerId="LiveId" clId="{B610243A-319A-4CD7-8DFE-868B803DC4E7}" dt="2026-01-10T00:37:50.275" v="33" actId="20577"/>
        <pc:sldMkLst>
          <pc:docMk/>
          <pc:sldMk cId="435141664" sldId="256"/>
        </pc:sldMkLst>
        <pc:spChg chg="mod">
          <ac:chgData name="Lakkakula Dheeraj" userId="87f86c02c3c8366e" providerId="LiveId" clId="{B610243A-319A-4CD7-8DFE-868B803DC4E7}" dt="2026-01-10T00:37:18.192" v="1" actId="1076"/>
          <ac:spMkLst>
            <pc:docMk/>
            <pc:sldMk cId="435141664" sldId="256"/>
            <ac:spMk id="2" creationId="{00000000-0000-0000-0000-000000000000}"/>
          </ac:spMkLst>
        </pc:spChg>
        <pc:spChg chg="mod">
          <ac:chgData name="Lakkakula Dheeraj" userId="87f86c02c3c8366e" providerId="LiveId" clId="{B610243A-319A-4CD7-8DFE-868B803DC4E7}" dt="2026-01-10T00:37:24.122" v="3" actId="1076"/>
          <ac:spMkLst>
            <pc:docMk/>
            <pc:sldMk cId="435141664" sldId="256"/>
            <ac:spMk id="3" creationId="{00000000-0000-0000-0000-000000000000}"/>
          </ac:spMkLst>
        </pc:spChg>
        <pc:spChg chg="add mod">
          <ac:chgData name="Lakkakula Dheeraj" userId="87f86c02c3c8366e" providerId="LiveId" clId="{B610243A-319A-4CD7-8DFE-868B803DC4E7}" dt="2026-01-10T00:37:50.275" v="33" actId="20577"/>
          <ac:spMkLst>
            <pc:docMk/>
            <pc:sldMk cId="435141664" sldId="256"/>
            <ac:spMk id="6" creationId="{8A1DCB9C-7DC1-0DBB-5527-ABEFC2BA808F}"/>
          </ac:spMkLst>
        </pc:spChg>
      </pc:sldChg>
      <pc:sldChg chg="addSp modSp mod">
        <pc:chgData name="Lakkakula Dheeraj" userId="87f86c02c3c8366e" providerId="LiveId" clId="{B610243A-319A-4CD7-8DFE-868B803DC4E7}" dt="2026-01-10T09:19:30.635" v="192" actId="14100"/>
        <pc:sldMkLst>
          <pc:docMk/>
          <pc:sldMk cId="1772969468" sldId="257"/>
        </pc:sldMkLst>
        <pc:spChg chg="mod">
          <ac:chgData name="Lakkakula Dheeraj" userId="87f86c02c3c8366e" providerId="LiveId" clId="{B610243A-319A-4CD7-8DFE-868B803DC4E7}" dt="2026-01-10T00:39:24.751" v="182" actId="14100"/>
          <ac:spMkLst>
            <pc:docMk/>
            <pc:sldMk cId="1772969468" sldId="257"/>
            <ac:spMk id="3" creationId="{00000000-0000-0000-0000-000000000000}"/>
          </ac:spMkLst>
        </pc:spChg>
        <pc:spChg chg="add mod">
          <ac:chgData name="Lakkakula Dheeraj" userId="87f86c02c3c8366e" providerId="LiveId" clId="{B610243A-319A-4CD7-8DFE-868B803DC4E7}" dt="2026-01-10T00:39:50.263" v="184" actId="1076"/>
          <ac:spMkLst>
            <pc:docMk/>
            <pc:sldMk cId="1772969468" sldId="257"/>
            <ac:spMk id="10" creationId="{89FF203C-1992-05A6-38DA-CCCE61019DCA}"/>
          </ac:spMkLst>
        </pc:spChg>
        <pc:picChg chg="mod">
          <ac:chgData name="Lakkakula Dheeraj" userId="87f86c02c3c8366e" providerId="LiveId" clId="{B610243A-319A-4CD7-8DFE-868B803DC4E7}" dt="2026-01-10T09:19:30.635" v="192" actId="14100"/>
          <ac:picMkLst>
            <pc:docMk/>
            <pc:sldMk cId="1772969468" sldId="257"/>
            <ac:picMk id="9" creationId="{2333F945-C1A0-AE46-F30D-9237D6EF025D}"/>
          </ac:picMkLst>
        </pc:picChg>
      </pc:sldChg>
      <pc:sldChg chg="addSp modSp mod">
        <pc:chgData name="Lakkakula Dheeraj" userId="87f86c02c3c8366e" providerId="LiveId" clId="{B610243A-319A-4CD7-8DFE-868B803DC4E7}" dt="2026-01-10T09:29:02.746" v="210" actId="1076"/>
        <pc:sldMkLst>
          <pc:docMk/>
          <pc:sldMk cId="1928620899" sldId="258"/>
        </pc:sldMkLst>
        <pc:spChg chg="mod">
          <ac:chgData name="Lakkakula Dheeraj" userId="87f86c02c3c8366e" providerId="LiveId" clId="{B610243A-319A-4CD7-8DFE-868B803DC4E7}" dt="2026-01-10T09:27:07.276" v="209" actId="20577"/>
          <ac:spMkLst>
            <pc:docMk/>
            <pc:sldMk cId="1928620899" sldId="258"/>
            <ac:spMk id="4" creationId="{858F336B-1A93-A05C-10E4-9C4B1CD66AED}"/>
          </ac:spMkLst>
        </pc:spChg>
        <pc:spChg chg="add mod">
          <ac:chgData name="Lakkakula Dheeraj" userId="87f86c02c3c8366e" providerId="LiveId" clId="{B610243A-319A-4CD7-8DFE-868B803DC4E7}" dt="2026-01-10T09:29:02.746" v="210" actId="1076"/>
          <ac:spMkLst>
            <pc:docMk/>
            <pc:sldMk cId="1928620899" sldId="258"/>
            <ac:spMk id="8" creationId="{E8C63FC2-9FB1-4E14-2B02-54CD3C4AF2CA}"/>
          </ac:spMkLst>
        </pc:spChg>
      </pc:sldChg>
      <pc:sldChg chg="addSp modSp mod">
        <pc:chgData name="Lakkakula Dheeraj" userId="87f86c02c3c8366e" providerId="LiveId" clId="{B610243A-319A-4CD7-8DFE-868B803DC4E7}" dt="2026-01-10T09:38:24.044" v="425" actId="14100"/>
        <pc:sldMkLst>
          <pc:docMk/>
          <pc:sldMk cId="2738627701" sldId="260"/>
        </pc:sldMkLst>
        <pc:spChg chg="mod">
          <ac:chgData name="Lakkakula Dheeraj" userId="87f86c02c3c8366e" providerId="LiveId" clId="{B610243A-319A-4CD7-8DFE-868B803DC4E7}" dt="2026-01-10T09:38:24.044" v="425" actId="14100"/>
          <ac:spMkLst>
            <pc:docMk/>
            <pc:sldMk cId="2738627701" sldId="260"/>
            <ac:spMk id="8" creationId="{84189447-A10B-7D49-B6DF-83BD228D40A0}"/>
          </ac:spMkLst>
        </pc:spChg>
        <pc:spChg chg="mod">
          <ac:chgData name="Lakkakula Dheeraj" userId="87f86c02c3c8366e" providerId="LiveId" clId="{B610243A-319A-4CD7-8DFE-868B803DC4E7}" dt="2026-01-10T00:38:42.668" v="35" actId="1076"/>
          <ac:spMkLst>
            <pc:docMk/>
            <pc:sldMk cId="2738627701" sldId="260"/>
            <ac:spMk id="12" creationId="{C2400E64-BAF1-F42C-125B-F04CFA09EA4E}"/>
          </ac:spMkLst>
        </pc:spChg>
        <pc:spChg chg="mod">
          <ac:chgData name="Lakkakula Dheeraj" userId="87f86c02c3c8366e" providerId="LiveId" clId="{B610243A-319A-4CD7-8DFE-868B803DC4E7}" dt="2026-01-10T00:38:39.534" v="34" actId="1076"/>
          <ac:spMkLst>
            <pc:docMk/>
            <pc:sldMk cId="2738627701" sldId="260"/>
            <ac:spMk id="18" creationId="{0170A054-D134-8CCD-EB3F-360765C435B5}"/>
          </ac:spMkLst>
        </pc:spChg>
        <pc:spChg chg="add mod">
          <ac:chgData name="Lakkakula Dheeraj" userId="87f86c02c3c8366e" providerId="LiveId" clId="{B610243A-319A-4CD7-8DFE-868B803DC4E7}" dt="2026-01-10T09:37:06.333" v="424" actId="1076"/>
          <ac:spMkLst>
            <pc:docMk/>
            <pc:sldMk cId="2738627701" sldId="260"/>
            <ac:spMk id="19" creationId="{15BE614E-4ACE-8208-4BBF-4A28E59DD323}"/>
          </ac:spMkLst>
        </pc:spChg>
      </pc:sldChg>
      <pc:sldChg chg="addSp modSp mod">
        <pc:chgData name="Lakkakula Dheeraj" userId="87f86c02c3c8366e" providerId="LiveId" clId="{B610243A-319A-4CD7-8DFE-868B803DC4E7}" dt="2026-01-10T09:41:53.022" v="432" actId="14100"/>
        <pc:sldMkLst>
          <pc:docMk/>
          <pc:sldMk cId="3941634380" sldId="267"/>
        </pc:sldMkLst>
        <pc:spChg chg="mod">
          <ac:chgData name="Lakkakula Dheeraj" userId="87f86c02c3c8366e" providerId="LiveId" clId="{B610243A-319A-4CD7-8DFE-868B803DC4E7}" dt="2026-01-10T09:36:41.701" v="423" actId="20577"/>
          <ac:spMkLst>
            <pc:docMk/>
            <pc:sldMk cId="3941634380" sldId="267"/>
            <ac:spMk id="4" creationId="{BD0AF53D-8B11-5236-EAB1-F5AC5300CE5A}"/>
          </ac:spMkLst>
        </pc:spChg>
        <pc:spChg chg="mod">
          <ac:chgData name="Lakkakula Dheeraj" userId="87f86c02c3c8366e" providerId="LiveId" clId="{B610243A-319A-4CD7-8DFE-868B803DC4E7}" dt="2026-01-10T09:41:28.123" v="429" actId="1076"/>
          <ac:spMkLst>
            <pc:docMk/>
            <pc:sldMk cId="3941634380" sldId="267"/>
            <ac:spMk id="10" creationId="{80FF8078-1183-D167-7099-7FE092146311}"/>
          </ac:spMkLst>
        </pc:spChg>
        <pc:spChg chg="mod">
          <ac:chgData name="Lakkakula Dheeraj" userId="87f86c02c3c8366e" providerId="LiveId" clId="{B610243A-319A-4CD7-8DFE-868B803DC4E7}" dt="2026-01-10T09:41:05.262" v="426" actId="1076"/>
          <ac:spMkLst>
            <pc:docMk/>
            <pc:sldMk cId="3941634380" sldId="267"/>
            <ac:spMk id="11" creationId="{EA2022AF-2642-5D00-C037-EE180FF2BC7C}"/>
          </ac:spMkLst>
        </pc:spChg>
        <pc:spChg chg="add mod">
          <ac:chgData name="Lakkakula Dheeraj" userId="87f86c02c3c8366e" providerId="LiveId" clId="{B610243A-319A-4CD7-8DFE-868B803DC4E7}" dt="2026-01-10T09:35:13.615" v="230" actId="1076"/>
          <ac:spMkLst>
            <pc:docMk/>
            <pc:sldMk cId="3941634380" sldId="267"/>
            <ac:spMk id="12" creationId="{41163BCB-9953-8490-E3DC-1CA0363FE83E}"/>
          </ac:spMkLst>
        </pc:spChg>
        <pc:cxnChg chg="add">
          <ac:chgData name="Lakkakula Dheeraj" userId="87f86c02c3c8366e" providerId="LiveId" clId="{B610243A-319A-4CD7-8DFE-868B803DC4E7}" dt="2026-01-10T09:41:25.092" v="428" actId="11529"/>
          <ac:cxnSpMkLst>
            <pc:docMk/>
            <pc:sldMk cId="3941634380" sldId="267"/>
            <ac:cxnSpMk id="14" creationId="{A6D56B11-CD79-DB1F-D840-A20B322D1838}"/>
          </ac:cxnSpMkLst>
        </pc:cxnChg>
        <pc:cxnChg chg="add mod">
          <ac:chgData name="Lakkakula Dheeraj" userId="87f86c02c3c8366e" providerId="LiveId" clId="{B610243A-319A-4CD7-8DFE-868B803DC4E7}" dt="2026-01-10T09:41:53.022" v="432" actId="14100"/>
          <ac:cxnSpMkLst>
            <pc:docMk/>
            <pc:sldMk cId="3941634380" sldId="267"/>
            <ac:cxnSpMk id="15" creationId="{2A1B77D8-0616-23BA-4EF9-13A5D6EF3E08}"/>
          </ac:cxnSpMkLst>
        </pc:cxnChg>
      </pc:sldChg>
      <pc:sldChg chg="addSp delSp modSp add mod">
        <pc:chgData name="Lakkakula Dheeraj" userId="87f86c02c3c8366e" providerId="LiveId" clId="{B610243A-319A-4CD7-8DFE-868B803DC4E7}" dt="2026-01-10T10:00:29.665" v="470" actId="1076"/>
        <pc:sldMkLst>
          <pc:docMk/>
          <pc:sldMk cId="763595647" sldId="268"/>
        </pc:sldMkLst>
        <pc:spChg chg="mod">
          <ac:chgData name="Lakkakula Dheeraj" userId="87f86c02c3c8366e" providerId="LiveId" clId="{B610243A-319A-4CD7-8DFE-868B803DC4E7}" dt="2026-01-10T09:59:16.790" v="463" actId="20577"/>
          <ac:spMkLst>
            <pc:docMk/>
            <pc:sldMk cId="763595647" sldId="268"/>
            <ac:spMk id="2" creationId="{2F2E00B8-2E01-1BA8-2826-C6358A2F7905}"/>
          </ac:spMkLst>
        </pc:spChg>
        <pc:spChg chg="add del mod">
          <ac:chgData name="Lakkakula Dheeraj" userId="87f86c02c3c8366e" providerId="LiveId" clId="{B610243A-319A-4CD7-8DFE-868B803DC4E7}" dt="2026-01-10T09:58:56.463" v="435" actId="478"/>
          <ac:spMkLst>
            <pc:docMk/>
            <pc:sldMk cId="763595647" sldId="268"/>
            <ac:spMk id="4" creationId="{9AFC3564-5A12-293B-6871-51DF89351009}"/>
          </ac:spMkLst>
        </pc:spChg>
        <pc:spChg chg="del">
          <ac:chgData name="Lakkakula Dheeraj" userId="87f86c02c3c8366e" providerId="LiveId" clId="{B610243A-319A-4CD7-8DFE-868B803DC4E7}" dt="2026-01-10T09:58:54.150" v="434" actId="478"/>
          <ac:spMkLst>
            <pc:docMk/>
            <pc:sldMk cId="763595647" sldId="268"/>
            <ac:spMk id="8" creationId="{FF335AB0-242D-5571-11FA-5F008F9460A6}"/>
          </ac:spMkLst>
        </pc:spChg>
        <pc:spChg chg="del">
          <ac:chgData name="Lakkakula Dheeraj" userId="87f86c02c3c8366e" providerId="LiveId" clId="{B610243A-319A-4CD7-8DFE-868B803DC4E7}" dt="2026-01-10T09:59:03.489" v="437" actId="478"/>
          <ac:spMkLst>
            <pc:docMk/>
            <pc:sldMk cId="763595647" sldId="268"/>
            <ac:spMk id="12" creationId="{B69F883E-925F-3187-0BE4-B5233D560363}"/>
          </ac:spMkLst>
        </pc:spChg>
        <pc:spChg chg="del">
          <ac:chgData name="Lakkakula Dheeraj" userId="87f86c02c3c8366e" providerId="LiveId" clId="{B610243A-319A-4CD7-8DFE-868B803DC4E7}" dt="2026-01-10T09:58:59.997" v="436" actId="478"/>
          <ac:spMkLst>
            <pc:docMk/>
            <pc:sldMk cId="763595647" sldId="268"/>
            <ac:spMk id="18" creationId="{3FE8AB2C-AAD3-EF88-819D-D5948B38FEA8}"/>
          </ac:spMkLst>
        </pc:spChg>
        <pc:picChg chg="add mod">
          <ac:chgData name="Lakkakula Dheeraj" userId="87f86c02c3c8366e" providerId="LiveId" clId="{B610243A-319A-4CD7-8DFE-868B803DC4E7}" dt="2026-01-10T10:00:29.665" v="470" actId="1076"/>
          <ac:picMkLst>
            <pc:docMk/>
            <pc:sldMk cId="763595647" sldId="268"/>
            <ac:picMk id="6" creationId="{C6BBAF66-EA4E-EACC-A8E4-6D5992981A36}"/>
          </ac:picMkLst>
        </pc:picChg>
      </pc:sldChg>
      <pc:sldChg chg="addSp delSp modSp add mod">
        <pc:chgData name="Lakkakula Dheeraj" userId="87f86c02c3c8366e" providerId="LiveId" clId="{B610243A-319A-4CD7-8DFE-868B803DC4E7}" dt="2026-01-10T10:01:38.717" v="486" actId="1076"/>
        <pc:sldMkLst>
          <pc:docMk/>
          <pc:sldMk cId="2129774295" sldId="269"/>
        </pc:sldMkLst>
        <pc:picChg chg="add mod">
          <ac:chgData name="Lakkakula Dheeraj" userId="87f86c02c3c8366e" providerId="LiveId" clId="{B610243A-319A-4CD7-8DFE-868B803DC4E7}" dt="2026-01-10T10:01:30.512" v="480" actId="14100"/>
          <ac:picMkLst>
            <pc:docMk/>
            <pc:sldMk cId="2129774295" sldId="269"/>
            <ac:picMk id="4" creationId="{EF244297-905D-A0F9-D7F1-34E900E8108B}"/>
          </ac:picMkLst>
        </pc:picChg>
        <pc:picChg chg="del">
          <ac:chgData name="Lakkakula Dheeraj" userId="87f86c02c3c8366e" providerId="LiveId" clId="{B610243A-319A-4CD7-8DFE-868B803DC4E7}" dt="2026-01-10T10:00:39.815" v="472" actId="478"/>
          <ac:picMkLst>
            <pc:docMk/>
            <pc:sldMk cId="2129774295" sldId="269"/>
            <ac:picMk id="6" creationId="{9195F5B1-3797-FB66-4061-CFEA0C7413D2}"/>
          </ac:picMkLst>
        </pc:picChg>
        <pc:picChg chg="add mod">
          <ac:chgData name="Lakkakula Dheeraj" userId="87f86c02c3c8366e" providerId="LiveId" clId="{B610243A-319A-4CD7-8DFE-868B803DC4E7}" dt="2026-01-10T10:01:38.717" v="486" actId="1076"/>
          <ac:picMkLst>
            <pc:docMk/>
            <pc:sldMk cId="2129774295" sldId="269"/>
            <ac:picMk id="7" creationId="{9FA6EF04-205B-4BC6-4FF7-2811105206DB}"/>
          </ac:picMkLst>
        </pc:picChg>
      </pc:sldChg>
      <pc:sldChg chg="addSp delSp modSp add mod">
        <pc:chgData name="Lakkakula Dheeraj" userId="87f86c02c3c8366e" providerId="LiveId" clId="{B610243A-319A-4CD7-8DFE-868B803DC4E7}" dt="2026-01-10T10:23:46.205" v="497" actId="1076"/>
        <pc:sldMkLst>
          <pc:docMk/>
          <pc:sldMk cId="88351145" sldId="270"/>
        </pc:sldMkLst>
        <pc:picChg chg="del">
          <ac:chgData name="Lakkakula Dheeraj" userId="87f86c02c3c8366e" providerId="LiveId" clId="{B610243A-319A-4CD7-8DFE-868B803DC4E7}" dt="2026-01-10T10:02:07.916" v="488" actId="478"/>
          <ac:picMkLst>
            <pc:docMk/>
            <pc:sldMk cId="88351145" sldId="270"/>
            <ac:picMk id="4" creationId="{F328F0B0-6D23-A222-8C2F-EA357F328293}"/>
          </ac:picMkLst>
        </pc:picChg>
        <pc:picChg chg="add mod">
          <ac:chgData name="Lakkakula Dheeraj" userId="87f86c02c3c8366e" providerId="LiveId" clId="{B610243A-319A-4CD7-8DFE-868B803DC4E7}" dt="2026-01-10T10:23:46.205" v="497" actId="1076"/>
          <ac:picMkLst>
            <pc:docMk/>
            <pc:sldMk cId="88351145" sldId="270"/>
            <ac:picMk id="5" creationId="{4BAE158E-6CBD-043D-3694-2C2017F2513E}"/>
          </ac:picMkLst>
        </pc:picChg>
        <pc:picChg chg="del">
          <ac:chgData name="Lakkakula Dheeraj" userId="87f86c02c3c8366e" providerId="LiveId" clId="{B610243A-319A-4CD7-8DFE-868B803DC4E7}" dt="2026-01-10T10:02:09.715" v="489" actId="478"/>
          <ac:picMkLst>
            <pc:docMk/>
            <pc:sldMk cId="88351145" sldId="270"/>
            <ac:picMk id="7" creationId="{7F3954F8-D437-FF84-7A6C-0EB51637FB13}"/>
          </ac:picMkLst>
        </pc:picChg>
      </pc:sldChg>
      <pc:sldChg chg="addSp delSp modSp add mod">
        <pc:chgData name="Lakkakula Dheeraj" userId="87f86c02c3c8366e" providerId="LiveId" clId="{B610243A-319A-4CD7-8DFE-868B803DC4E7}" dt="2026-01-10T10:54:30.915" v="676"/>
        <pc:sldMkLst>
          <pc:docMk/>
          <pc:sldMk cId="2621275256" sldId="271"/>
        </pc:sldMkLst>
        <pc:spChg chg="mod">
          <ac:chgData name="Lakkakula Dheeraj" userId="87f86c02c3c8366e" providerId="LiveId" clId="{B610243A-319A-4CD7-8DFE-868B803DC4E7}" dt="2026-01-10T10:48:46.890" v="536" actId="20577"/>
          <ac:spMkLst>
            <pc:docMk/>
            <pc:sldMk cId="2621275256" sldId="271"/>
            <ac:spMk id="2" creationId="{6A5020FC-094A-C128-EC56-6E6AD96DD7CC}"/>
          </ac:spMkLst>
        </pc:spChg>
        <pc:spChg chg="mod">
          <ac:chgData name="Lakkakula Dheeraj" userId="87f86c02c3c8366e" providerId="LiveId" clId="{B610243A-319A-4CD7-8DFE-868B803DC4E7}" dt="2026-01-10T10:53:59.841" v="675"/>
          <ac:spMkLst>
            <pc:docMk/>
            <pc:sldMk cId="2621275256" sldId="271"/>
            <ac:spMk id="8" creationId="{F54D9928-B6EB-8A25-1BE9-0AF6903094B7}"/>
          </ac:spMkLst>
        </pc:spChg>
        <pc:spChg chg="del">
          <ac:chgData name="Lakkakula Dheeraj" userId="87f86c02c3c8366e" providerId="LiveId" clId="{B610243A-319A-4CD7-8DFE-868B803DC4E7}" dt="2026-01-10T10:48:59.431" v="538" actId="478"/>
          <ac:spMkLst>
            <pc:docMk/>
            <pc:sldMk cId="2621275256" sldId="271"/>
            <ac:spMk id="12" creationId="{3F917969-8D94-351E-B35E-3663339B6AA5}"/>
          </ac:spMkLst>
        </pc:spChg>
        <pc:spChg chg="del">
          <ac:chgData name="Lakkakula Dheeraj" userId="87f86c02c3c8366e" providerId="LiveId" clId="{B610243A-319A-4CD7-8DFE-868B803DC4E7}" dt="2026-01-10T10:48:54.396" v="537" actId="478"/>
          <ac:spMkLst>
            <pc:docMk/>
            <pc:sldMk cId="2621275256" sldId="271"/>
            <ac:spMk id="18" creationId="{5BA4C979-865C-1EEA-7593-79AA73628D09}"/>
          </ac:spMkLst>
        </pc:spChg>
        <pc:graphicFrameChg chg="add del mod modGraphic">
          <ac:chgData name="Lakkakula Dheeraj" userId="87f86c02c3c8366e" providerId="LiveId" clId="{B610243A-319A-4CD7-8DFE-868B803DC4E7}" dt="2026-01-10T10:53:45.139" v="655" actId="478"/>
          <ac:graphicFrameMkLst>
            <pc:docMk/>
            <pc:sldMk cId="2621275256" sldId="271"/>
            <ac:graphicFrameMk id="3" creationId="{D9836B71-6623-46CA-86DF-B607381A828C}"/>
          </ac:graphicFrameMkLst>
        </pc:graphicFrameChg>
        <pc:graphicFrameChg chg="add mod">
          <ac:chgData name="Lakkakula Dheeraj" userId="87f86c02c3c8366e" providerId="LiveId" clId="{B610243A-319A-4CD7-8DFE-868B803DC4E7}" dt="2026-01-10T10:54:30.915" v="676"/>
          <ac:graphicFrameMkLst>
            <pc:docMk/>
            <pc:sldMk cId="2621275256" sldId="271"/>
            <ac:graphicFrameMk id="4" creationId="{752B631C-4A73-010C-D374-16B9CABD4586}"/>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158E1832-FF25-43DC-884D-69B6E3358CAD}" type="datetime1">
              <a:rPr lang="en-GB" smtClean="0"/>
              <a:t>09/01/2026</a:t>
            </a:fld>
            <a:endParaRPr lang="en-GB"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E861E8E-D392-497B-BB21-122DD7C27CF3}" type="slidenum">
              <a:rPr lang="en-GB" smtClean="0"/>
              <a:t>‹#›</a:t>
            </a:fld>
            <a:endParaRPr lang="en-GB" dirty="0"/>
          </a:p>
        </p:txBody>
      </p:sp>
    </p:spTree>
    <p:extLst>
      <p:ext uri="{BB962C8B-B14F-4D97-AF65-F5344CB8AC3E}">
        <p14:creationId xmlns:p14="http://schemas.microsoft.com/office/powerpoint/2010/main" val="12083530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AC3C073F-2800-4D2C-A564-B02824BCD852}" type="datetime1">
              <a:rPr lang="en-GB" noProof="0" smtClean="0"/>
              <a:t>09/01/2026</a:t>
            </a:fld>
            <a:endParaRPr lang="en-GB" noProof="0"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rtl="0"/>
            <a:endParaRPr lang="en-GB"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dirty="0"/>
              <a:t>Click to edit Master text styles</a:t>
            </a:r>
          </a:p>
          <a:p>
            <a:pPr lvl="1" rtl="0"/>
            <a:r>
              <a:rPr lang="en-GB" noProof="0" dirty="0"/>
              <a:t>Second level</a:t>
            </a:r>
          </a:p>
          <a:p>
            <a:pPr lvl="2" rtl="0"/>
            <a:r>
              <a:rPr lang="en-GB" noProof="0" dirty="0"/>
              <a:t>Third level</a:t>
            </a:r>
          </a:p>
          <a:p>
            <a:pPr lvl="3" rtl="0"/>
            <a:r>
              <a:rPr lang="en-GB" noProof="0" dirty="0"/>
              <a:t>Fourth level</a:t>
            </a:r>
          </a:p>
          <a:p>
            <a:pPr lvl="4" rtl="0"/>
            <a:r>
              <a:rPr lang="en-GB" noProof="0"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555D449-B875-4B8D-8E66-224D27E54C9A}" type="slidenum">
              <a:rPr lang="en-GB" noProof="0" smtClean="0"/>
              <a:t>‹#›</a:t>
            </a:fld>
            <a:endParaRPr lang="en-GB" noProof="0" dirty="0"/>
          </a:p>
        </p:txBody>
      </p:sp>
    </p:spTree>
    <p:extLst>
      <p:ext uri="{BB962C8B-B14F-4D97-AF65-F5344CB8AC3E}">
        <p14:creationId xmlns:p14="http://schemas.microsoft.com/office/powerpoint/2010/main" val="134997999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9555D449-B875-4B8D-8E66-224D27E54C9A}" type="slidenum">
              <a:rPr lang="en-GB" smtClean="0"/>
              <a:t>1</a:t>
            </a:fld>
            <a:endParaRPr lang="en-GB" dirty="0"/>
          </a:p>
        </p:txBody>
      </p:sp>
    </p:spTree>
    <p:extLst>
      <p:ext uri="{BB962C8B-B14F-4D97-AF65-F5344CB8AC3E}">
        <p14:creationId xmlns:p14="http://schemas.microsoft.com/office/powerpoint/2010/main" val="18975697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9555D449-B875-4B8D-8E66-224D27E54C9A}" type="slidenum">
              <a:rPr lang="en-GB" smtClean="0"/>
              <a:t>2</a:t>
            </a:fld>
            <a:endParaRPr lang="en-GB" dirty="0"/>
          </a:p>
        </p:txBody>
      </p:sp>
    </p:spTree>
    <p:extLst>
      <p:ext uri="{BB962C8B-B14F-4D97-AF65-F5344CB8AC3E}">
        <p14:creationId xmlns:p14="http://schemas.microsoft.com/office/powerpoint/2010/main" val="2632432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9555D449-B875-4B8D-8E66-224D27E54C9A}" type="slidenum">
              <a:rPr lang="en-GB" smtClean="0"/>
              <a:t>3</a:t>
            </a:fld>
            <a:endParaRPr lang="en-GB" dirty="0"/>
          </a:p>
        </p:txBody>
      </p:sp>
    </p:spTree>
    <p:extLst>
      <p:ext uri="{BB962C8B-B14F-4D97-AF65-F5344CB8AC3E}">
        <p14:creationId xmlns:p14="http://schemas.microsoft.com/office/powerpoint/2010/main" val="18500356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B1D33-ABA9-4250-35A7-2308A55066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B09F10-9078-76DB-AA93-B9A0E9809BBF}"/>
              </a:ext>
            </a:extLst>
          </p:cNvPr>
          <p:cNvSpPr>
            <a:spLocks noGrp="1" noRot="1" noChangeAspect="1"/>
          </p:cNvSpPr>
          <p:nvPr>
            <p:ph type="sldImg"/>
          </p:nvPr>
        </p:nvSpPr>
        <p:spPr>
          <a:xfrm>
            <a:off x="1371600" y="1143000"/>
            <a:ext cx="4114800" cy="3086100"/>
          </a:xfrm>
        </p:spPr>
        <p:txBody>
          <a:bodyPr/>
          <a:lstStyle/>
          <a:p>
            <a:endParaRPr lang="en-GB"/>
          </a:p>
        </p:txBody>
      </p:sp>
      <p:sp>
        <p:nvSpPr>
          <p:cNvPr id="3" name="Notes Placeholder 2">
            <a:extLst>
              <a:ext uri="{FF2B5EF4-FFF2-40B4-BE49-F238E27FC236}">
                <a16:creationId xmlns:a16="http://schemas.microsoft.com/office/drawing/2014/main" id="{CB441D31-69C7-38B7-9AD4-9FFB459F69D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813E920-B671-52C3-A0B8-937A4F86C5DE}"/>
              </a:ext>
            </a:extLst>
          </p:cNvPr>
          <p:cNvSpPr>
            <a:spLocks noGrp="1"/>
          </p:cNvSpPr>
          <p:nvPr>
            <p:ph type="sldNum" sz="quarter" idx="10"/>
          </p:nvPr>
        </p:nvSpPr>
        <p:spPr/>
        <p:txBody>
          <a:bodyPr/>
          <a:lstStyle/>
          <a:p>
            <a:pPr rtl="0"/>
            <a:fld id="{9555D449-B875-4B8D-8E66-224D27E54C9A}" type="slidenum">
              <a:rPr lang="en-GB" smtClean="0"/>
              <a:t>4</a:t>
            </a:fld>
            <a:endParaRPr lang="en-GB" dirty="0"/>
          </a:p>
        </p:txBody>
      </p:sp>
    </p:spTree>
    <p:extLst>
      <p:ext uri="{BB962C8B-B14F-4D97-AF65-F5344CB8AC3E}">
        <p14:creationId xmlns:p14="http://schemas.microsoft.com/office/powerpoint/2010/main" val="17572961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rtl="0"/>
            <a:fld id="{9555D449-B875-4B8D-8E66-224D27E54C9A}" type="slidenum">
              <a:rPr lang="en-GB" smtClean="0"/>
              <a:t>5</a:t>
            </a:fld>
            <a:endParaRPr lang="en-GB" dirty="0"/>
          </a:p>
        </p:txBody>
      </p:sp>
    </p:spTree>
    <p:extLst>
      <p:ext uri="{BB962C8B-B14F-4D97-AF65-F5344CB8AC3E}">
        <p14:creationId xmlns:p14="http://schemas.microsoft.com/office/powerpoint/2010/main" val="16096770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636D2-641E-0003-2033-9D23C2E546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AB1A25-EAAC-4EE1-DF35-1E25848BC854}"/>
              </a:ext>
            </a:extLst>
          </p:cNvPr>
          <p:cNvSpPr>
            <a:spLocks noGrp="1" noRot="1" noChangeAspect="1"/>
          </p:cNvSpPr>
          <p:nvPr>
            <p:ph type="sldImg"/>
          </p:nvPr>
        </p:nvSpPr>
        <p:spPr>
          <a:xfrm>
            <a:off x="1371600" y="1143000"/>
            <a:ext cx="4114800" cy="3086100"/>
          </a:xfrm>
        </p:spPr>
        <p:txBody>
          <a:bodyPr/>
          <a:lstStyle/>
          <a:p>
            <a:endParaRPr lang="en-GB"/>
          </a:p>
        </p:txBody>
      </p:sp>
      <p:sp>
        <p:nvSpPr>
          <p:cNvPr id="3" name="Notes Placeholder 2">
            <a:extLst>
              <a:ext uri="{FF2B5EF4-FFF2-40B4-BE49-F238E27FC236}">
                <a16:creationId xmlns:a16="http://schemas.microsoft.com/office/drawing/2014/main" id="{9B9A5CB9-9C1A-AE64-5789-AC0E54E502B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7B54F63-CE1B-E81E-6704-C676DDEDEFBB}"/>
              </a:ext>
            </a:extLst>
          </p:cNvPr>
          <p:cNvSpPr>
            <a:spLocks noGrp="1"/>
          </p:cNvSpPr>
          <p:nvPr>
            <p:ph type="sldNum" sz="quarter" idx="10"/>
          </p:nvPr>
        </p:nvSpPr>
        <p:spPr/>
        <p:txBody>
          <a:bodyPr/>
          <a:lstStyle/>
          <a:p>
            <a:pPr rtl="0"/>
            <a:fld id="{9555D449-B875-4B8D-8E66-224D27E54C9A}" type="slidenum">
              <a:rPr lang="en-GB" smtClean="0"/>
              <a:t>6</a:t>
            </a:fld>
            <a:endParaRPr lang="en-GB" dirty="0"/>
          </a:p>
        </p:txBody>
      </p:sp>
    </p:spTree>
    <p:extLst>
      <p:ext uri="{BB962C8B-B14F-4D97-AF65-F5344CB8AC3E}">
        <p14:creationId xmlns:p14="http://schemas.microsoft.com/office/powerpoint/2010/main" val="1074051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231DC-A763-1340-DFE7-6B2F2681DB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131B23-C07A-6DB9-C75B-9EF26253DE6A}"/>
              </a:ext>
            </a:extLst>
          </p:cNvPr>
          <p:cNvSpPr>
            <a:spLocks noGrp="1" noRot="1" noChangeAspect="1"/>
          </p:cNvSpPr>
          <p:nvPr>
            <p:ph type="sldImg"/>
          </p:nvPr>
        </p:nvSpPr>
        <p:spPr>
          <a:xfrm>
            <a:off x="1371600" y="1143000"/>
            <a:ext cx="4114800" cy="3086100"/>
          </a:xfrm>
        </p:spPr>
        <p:txBody>
          <a:bodyPr/>
          <a:lstStyle/>
          <a:p>
            <a:endParaRPr lang="en-GB"/>
          </a:p>
        </p:txBody>
      </p:sp>
      <p:sp>
        <p:nvSpPr>
          <p:cNvPr id="3" name="Notes Placeholder 2">
            <a:extLst>
              <a:ext uri="{FF2B5EF4-FFF2-40B4-BE49-F238E27FC236}">
                <a16:creationId xmlns:a16="http://schemas.microsoft.com/office/drawing/2014/main" id="{1B132D48-BF81-ED17-8ABA-95D57F1CB82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E6AF43A-6558-32D7-C6BE-C91FDBBBD79B}"/>
              </a:ext>
            </a:extLst>
          </p:cNvPr>
          <p:cNvSpPr>
            <a:spLocks noGrp="1"/>
          </p:cNvSpPr>
          <p:nvPr>
            <p:ph type="sldNum" sz="quarter" idx="10"/>
          </p:nvPr>
        </p:nvSpPr>
        <p:spPr/>
        <p:txBody>
          <a:bodyPr/>
          <a:lstStyle/>
          <a:p>
            <a:pPr rtl="0"/>
            <a:fld id="{9555D449-B875-4B8D-8E66-224D27E54C9A}" type="slidenum">
              <a:rPr lang="en-GB" smtClean="0"/>
              <a:t>7</a:t>
            </a:fld>
            <a:endParaRPr lang="en-GB" dirty="0"/>
          </a:p>
        </p:txBody>
      </p:sp>
    </p:spTree>
    <p:extLst>
      <p:ext uri="{BB962C8B-B14F-4D97-AF65-F5344CB8AC3E}">
        <p14:creationId xmlns:p14="http://schemas.microsoft.com/office/powerpoint/2010/main" val="4853703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89779-87D7-4530-8EFF-77446D02D1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16140B-CCA0-2784-57BA-80A829A147EA}"/>
              </a:ext>
            </a:extLst>
          </p:cNvPr>
          <p:cNvSpPr>
            <a:spLocks noGrp="1" noRot="1" noChangeAspect="1"/>
          </p:cNvSpPr>
          <p:nvPr>
            <p:ph type="sldImg"/>
          </p:nvPr>
        </p:nvSpPr>
        <p:spPr>
          <a:xfrm>
            <a:off x="1371600" y="1143000"/>
            <a:ext cx="4114800" cy="3086100"/>
          </a:xfrm>
        </p:spPr>
        <p:txBody>
          <a:bodyPr/>
          <a:lstStyle/>
          <a:p>
            <a:endParaRPr lang="en-GB"/>
          </a:p>
        </p:txBody>
      </p:sp>
      <p:sp>
        <p:nvSpPr>
          <p:cNvPr id="3" name="Notes Placeholder 2">
            <a:extLst>
              <a:ext uri="{FF2B5EF4-FFF2-40B4-BE49-F238E27FC236}">
                <a16:creationId xmlns:a16="http://schemas.microsoft.com/office/drawing/2014/main" id="{9BB97F7D-88B7-6BB0-B9C7-4308656F270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582BEEC-2918-66F3-2823-64BB274B0F99}"/>
              </a:ext>
            </a:extLst>
          </p:cNvPr>
          <p:cNvSpPr>
            <a:spLocks noGrp="1"/>
          </p:cNvSpPr>
          <p:nvPr>
            <p:ph type="sldNum" sz="quarter" idx="10"/>
          </p:nvPr>
        </p:nvSpPr>
        <p:spPr/>
        <p:txBody>
          <a:bodyPr/>
          <a:lstStyle/>
          <a:p>
            <a:pPr rtl="0"/>
            <a:fld id="{9555D449-B875-4B8D-8E66-224D27E54C9A}" type="slidenum">
              <a:rPr lang="en-GB" smtClean="0"/>
              <a:t>8</a:t>
            </a:fld>
            <a:endParaRPr lang="en-GB" dirty="0"/>
          </a:p>
        </p:txBody>
      </p:sp>
    </p:spTree>
    <p:extLst>
      <p:ext uri="{BB962C8B-B14F-4D97-AF65-F5344CB8AC3E}">
        <p14:creationId xmlns:p14="http://schemas.microsoft.com/office/powerpoint/2010/main" val="1575196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DD5DB-494B-9A26-11CC-B7EA7570E9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C0A693-F9A7-5AB1-C909-4EE8DBDAC13D}"/>
              </a:ext>
            </a:extLst>
          </p:cNvPr>
          <p:cNvSpPr>
            <a:spLocks noGrp="1" noRot="1" noChangeAspect="1"/>
          </p:cNvSpPr>
          <p:nvPr>
            <p:ph type="sldImg"/>
          </p:nvPr>
        </p:nvSpPr>
        <p:spPr>
          <a:xfrm>
            <a:off x="1371600" y="1143000"/>
            <a:ext cx="4114800" cy="3086100"/>
          </a:xfrm>
        </p:spPr>
        <p:txBody>
          <a:bodyPr/>
          <a:lstStyle/>
          <a:p>
            <a:endParaRPr lang="en-GB"/>
          </a:p>
        </p:txBody>
      </p:sp>
      <p:sp>
        <p:nvSpPr>
          <p:cNvPr id="3" name="Notes Placeholder 2">
            <a:extLst>
              <a:ext uri="{FF2B5EF4-FFF2-40B4-BE49-F238E27FC236}">
                <a16:creationId xmlns:a16="http://schemas.microsoft.com/office/drawing/2014/main" id="{8311A8C9-DF03-254C-514B-EA4FA4A0AB5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617AAF3-684B-5360-C628-134486A346DE}"/>
              </a:ext>
            </a:extLst>
          </p:cNvPr>
          <p:cNvSpPr>
            <a:spLocks noGrp="1"/>
          </p:cNvSpPr>
          <p:nvPr>
            <p:ph type="sldNum" sz="quarter" idx="10"/>
          </p:nvPr>
        </p:nvSpPr>
        <p:spPr/>
        <p:txBody>
          <a:bodyPr/>
          <a:lstStyle/>
          <a:p>
            <a:pPr rtl="0"/>
            <a:fld id="{9555D449-B875-4B8D-8E66-224D27E54C9A}" type="slidenum">
              <a:rPr lang="en-GB" smtClean="0"/>
              <a:t>9</a:t>
            </a:fld>
            <a:endParaRPr lang="en-GB" dirty="0"/>
          </a:p>
        </p:txBody>
      </p:sp>
    </p:spTree>
    <p:extLst>
      <p:ext uri="{BB962C8B-B14F-4D97-AF65-F5344CB8AC3E}">
        <p14:creationId xmlns:p14="http://schemas.microsoft.com/office/powerpoint/2010/main" val="42545353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flip="none" rotWithShape="1">
          <a:gsLst>
            <a:gs pos="0">
              <a:srgbClr val="D9D9D9"/>
            </a:gs>
            <a:gs pos="100000">
              <a:schemeClr val="bg1"/>
            </a:gs>
          </a:gsLst>
          <a:lin ang="81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69669" y="1828800"/>
            <a:ext cx="3073631" cy="3177380"/>
          </a:xfrm>
        </p:spPr>
        <p:txBody>
          <a:bodyPr rtlCol="0" anchor="b">
            <a:normAutofit/>
          </a:bodyPr>
          <a:lstStyle>
            <a:lvl1pPr algn="l">
              <a:lnSpc>
                <a:spcPct val="80000"/>
              </a:lnSpc>
              <a:defRPr sz="4050">
                <a:solidFill>
                  <a:schemeClr val="accent1"/>
                </a:solidFill>
              </a:defRPr>
            </a:lvl1pPr>
          </a:lstStyle>
          <a:p>
            <a:pPr rtl="0"/>
            <a:r>
              <a:rPr lang="en-GB" noProof="0"/>
              <a:t>Click to edit Master title style</a:t>
            </a:r>
            <a:endParaRPr lang="en-GB" noProof="0" dirty="0"/>
          </a:p>
        </p:txBody>
      </p:sp>
      <p:sp>
        <p:nvSpPr>
          <p:cNvPr id="3" name="Subtitle 2"/>
          <p:cNvSpPr>
            <a:spLocks noGrp="1"/>
          </p:cNvSpPr>
          <p:nvPr>
            <p:ph type="subTitle" idx="1"/>
          </p:nvPr>
        </p:nvSpPr>
        <p:spPr>
          <a:xfrm>
            <a:off x="469669" y="5181600"/>
            <a:ext cx="3073631" cy="685800"/>
          </a:xfrm>
        </p:spPr>
        <p:txBody>
          <a:bodyPr rtlCol="0">
            <a:normAutofit/>
          </a:bodyPr>
          <a:lstStyle>
            <a:lvl1pPr marL="0" indent="0" algn="l">
              <a:buNone/>
              <a:defRPr sz="1500" cap="all" baseline="0">
                <a:solidFill>
                  <a:schemeClr val="tx1">
                    <a:lumMod val="50000"/>
                    <a:lumOff val="50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rtl="0"/>
            <a:r>
              <a:rPr lang="en-GB" noProof="0"/>
              <a:t>Click to edit Master subtitle style</a:t>
            </a:r>
            <a:endParaRPr lang="en-GB" noProof="0" dirty="0"/>
          </a:p>
        </p:txBody>
      </p:sp>
      <p:pic>
        <p:nvPicPr>
          <p:cNvPr id="7" name="Picture 6" descr="EKG line"/>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3891516" y="-1"/>
            <a:ext cx="5250103" cy="6858001"/>
          </a:xfrm>
          <a:prstGeom prst="rect">
            <a:avLst/>
          </a:prstGeom>
        </p:spPr>
      </p:pic>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noProof="0"/>
              <a:t>Click to edit Master title style</a:t>
            </a:r>
            <a:endParaRPr lang="en-GB" noProof="0" dirty="0"/>
          </a:p>
        </p:txBody>
      </p:sp>
      <p:sp>
        <p:nvSpPr>
          <p:cNvPr id="3" name="Content Placeholder 2"/>
          <p:cNvSpPr>
            <a:spLocks noGrp="1"/>
          </p:cNvSpPr>
          <p:nvPr>
            <p:ph idx="1"/>
          </p:nvPr>
        </p:nvSpPr>
        <p:spPr/>
        <p:txBody>
          <a:bodyPr rtlCol="0"/>
          <a:lstStyle>
            <a:lvl5pPr>
              <a:defRPr/>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endParaRPr lang="en-GB" noProof="0" dirty="0"/>
          </a:p>
        </p:txBody>
      </p:sp>
      <p:sp>
        <p:nvSpPr>
          <p:cNvPr id="5" name="Footer Placeholder 4"/>
          <p:cNvSpPr>
            <a:spLocks noGrp="1"/>
          </p:cNvSpPr>
          <p:nvPr>
            <p:ph type="ftr" sz="quarter" idx="11"/>
          </p:nvPr>
        </p:nvSpPr>
        <p:spPr/>
        <p:txBody>
          <a:bodyPr rtlCol="0"/>
          <a:lstStyle/>
          <a:p>
            <a:pPr rtl="0"/>
            <a:endParaRPr lang="en-GB" noProof="0" dirty="0"/>
          </a:p>
        </p:txBody>
      </p:sp>
      <p:sp>
        <p:nvSpPr>
          <p:cNvPr id="4" name="Date Placeholder 3"/>
          <p:cNvSpPr>
            <a:spLocks noGrp="1"/>
          </p:cNvSpPr>
          <p:nvPr>
            <p:ph type="dt" sz="half" idx="10"/>
          </p:nvPr>
        </p:nvSpPr>
        <p:spPr/>
        <p:txBody>
          <a:bodyPr rtlCol="0"/>
          <a:lstStyle/>
          <a:p>
            <a:pPr rtl="0"/>
            <a:fld id="{291AA251-0356-4B2B-B50D-7236A6F2F721}" type="datetime1">
              <a:rPr lang="en-GB" noProof="0" smtClean="0"/>
              <a:t>09/01/2026</a:t>
            </a:fld>
            <a:endParaRPr lang="en-GB" noProof="0" dirty="0"/>
          </a:p>
        </p:txBody>
      </p:sp>
      <p:sp>
        <p:nvSpPr>
          <p:cNvPr id="6" name="Slide Number Placeholder 5"/>
          <p:cNvSpPr>
            <a:spLocks noGrp="1"/>
          </p:cNvSpPr>
          <p:nvPr>
            <p:ph type="sldNum" sz="quarter" idx="12"/>
          </p:nvPr>
        </p:nvSpPr>
        <p:spPr/>
        <p:txBody>
          <a:bodyPr rtlCol="0"/>
          <a:lstStyle/>
          <a:p>
            <a:pPr rtl="0"/>
            <a:fld id="{E31375A4-56A4-47D6-9801-1991572033F7}" type="slidenum">
              <a:rPr lang="en-GB" noProof="0" smtClean="0"/>
              <a:t>‹#›</a:t>
            </a:fld>
            <a:endParaRPr lang="en-GB" noProof="0" dirty="0"/>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p:bgPr>
        <a:gradFill flip="none" rotWithShape="1">
          <a:gsLst>
            <a:gs pos="0">
              <a:schemeClr val="accent1"/>
            </a:gs>
            <a:gs pos="100000">
              <a:schemeClr val="accent1">
                <a:lumMod val="75000"/>
              </a:schemeClr>
            </a:gs>
          </a:gsLst>
          <a:lin ang="5400000" scaled="0"/>
          <a:tileRect/>
        </a:gradFill>
        <a:effectLst/>
      </p:bgPr>
    </p:bg>
    <p:spTree>
      <p:nvGrpSpPr>
        <p:cNvPr id="1" name=""/>
        <p:cNvGrpSpPr/>
        <p:nvPr/>
      </p:nvGrpSpPr>
      <p:grpSpPr>
        <a:xfrm>
          <a:off x="0" y="0"/>
          <a:ext cx="0" cy="0"/>
          <a:chOff x="0" y="0"/>
          <a:chExt cx="0" cy="0"/>
        </a:xfrm>
      </p:grpSpPr>
      <p:sp>
        <p:nvSpPr>
          <p:cNvPr id="7" name="Rectangle 6" descr="Rectangle"/>
          <p:cNvSpPr/>
          <p:nvPr/>
        </p:nvSpPr>
        <p:spPr>
          <a:xfrm>
            <a:off x="198834" y="228600"/>
            <a:ext cx="8743950" cy="6400800"/>
          </a:xfrm>
          <a:prstGeom prst="rect">
            <a:avLst/>
          </a:prstGeom>
          <a:noFill/>
          <a:ln w="15875">
            <a:gradFill flip="none" rotWithShape="1">
              <a:gsLst>
                <a:gs pos="0">
                  <a:schemeClr val="bg1">
                    <a:lumMod val="75000"/>
                  </a:schemeClr>
                </a:gs>
                <a:gs pos="100000">
                  <a:schemeClr val="bg1"/>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dirty="0"/>
          </a:p>
        </p:txBody>
      </p:sp>
      <p:sp>
        <p:nvSpPr>
          <p:cNvPr id="2" name="Title 1"/>
          <p:cNvSpPr>
            <a:spLocks noGrp="1"/>
          </p:cNvSpPr>
          <p:nvPr>
            <p:ph type="title"/>
          </p:nvPr>
        </p:nvSpPr>
        <p:spPr>
          <a:xfrm>
            <a:off x="800100" y="1828800"/>
            <a:ext cx="5829300" cy="3177380"/>
          </a:xfrm>
        </p:spPr>
        <p:txBody>
          <a:bodyPr rtlCol="0" anchor="b">
            <a:normAutofit/>
          </a:bodyPr>
          <a:lstStyle>
            <a:lvl1pPr>
              <a:lnSpc>
                <a:spcPct val="80000"/>
              </a:lnSpc>
              <a:defRPr sz="4050"/>
            </a:lvl1pPr>
          </a:lstStyle>
          <a:p>
            <a:pPr rtl="0"/>
            <a:r>
              <a:rPr lang="en-GB" noProof="0"/>
              <a:t>Click to edit Master title style</a:t>
            </a:r>
            <a:endParaRPr lang="en-GB" noProof="0" dirty="0"/>
          </a:p>
        </p:txBody>
      </p:sp>
      <p:sp>
        <p:nvSpPr>
          <p:cNvPr id="3" name="Text Placeholder 2"/>
          <p:cNvSpPr>
            <a:spLocks noGrp="1"/>
          </p:cNvSpPr>
          <p:nvPr>
            <p:ph type="body" idx="1"/>
          </p:nvPr>
        </p:nvSpPr>
        <p:spPr>
          <a:xfrm>
            <a:off x="800100" y="5181600"/>
            <a:ext cx="5829300" cy="685800"/>
          </a:xfrm>
        </p:spPr>
        <p:txBody>
          <a:bodyPr rtlCol="0">
            <a:normAutofit/>
          </a:bodyPr>
          <a:lstStyle>
            <a:lvl1pPr marL="0" indent="0">
              <a:buNone/>
              <a:defRPr sz="1500" cap="all" baseline="0">
                <a:solidFill>
                  <a:schemeClr val="bg1"/>
                </a:solidFill>
              </a:defRPr>
            </a:lvl1pPr>
            <a:lvl2pPr marL="342900" indent="0">
              <a:buNone/>
              <a:defRPr sz="1500"/>
            </a:lvl2pPr>
            <a:lvl3pPr marL="685800" indent="0">
              <a:buNone/>
              <a:defRPr sz="135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rtl="0"/>
            <a:r>
              <a:rPr lang="en-GB" noProof="0"/>
              <a:t>Click to edit Master text styles</a:t>
            </a:r>
          </a:p>
        </p:txBody>
      </p:sp>
    </p:spTree>
    <p:extLst>
      <p:ext uri="{BB962C8B-B14F-4D97-AF65-F5344CB8AC3E}">
        <p14:creationId xmlns:p14="http://schemas.microsoft.com/office/powerpoint/2010/main" val="3506778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noProof="0"/>
              <a:t>Click to edit Master title style</a:t>
            </a:r>
            <a:endParaRPr lang="en-GB" noProof="0" dirty="0"/>
          </a:p>
        </p:txBody>
      </p:sp>
      <p:sp>
        <p:nvSpPr>
          <p:cNvPr id="3" name="Content Placeholder 2"/>
          <p:cNvSpPr>
            <a:spLocks noGrp="1"/>
          </p:cNvSpPr>
          <p:nvPr>
            <p:ph sz="half" idx="1"/>
          </p:nvPr>
        </p:nvSpPr>
        <p:spPr>
          <a:xfrm>
            <a:off x="800100" y="1825625"/>
            <a:ext cx="3600450" cy="4575175"/>
          </a:xfrm>
        </p:spPr>
        <p:txBody>
          <a:bodyPr rtlCol="0">
            <a:normAutofit/>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endParaRPr lang="en-GB" noProof="0" dirty="0"/>
          </a:p>
        </p:txBody>
      </p:sp>
      <p:sp>
        <p:nvSpPr>
          <p:cNvPr id="4" name="Content Placeholder 3"/>
          <p:cNvSpPr>
            <a:spLocks noGrp="1"/>
          </p:cNvSpPr>
          <p:nvPr>
            <p:ph sz="half" idx="2"/>
          </p:nvPr>
        </p:nvSpPr>
        <p:spPr>
          <a:xfrm>
            <a:off x="4743450" y="1825625"/>
            <a:ext cx="3600450" cy="4575175"/>
          </a:xfrm>
        </p:spPr>
        <p:txBody>
          <a:bodyPr rtlCol="0">
            <a:normAutofit/>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endParaRPr lang="en-GB" noProof="0" dirty="0"/>
          </a:p>
        </p:txBody>
      </p:sp>
      <p:sp>
        <p:nvSpPr>
          <p:cNvPr id="6" name="Footer Placeholder 5"/>
          <p:cNvSpPr>
            <a:spLocks noGrp="1"/>
          </p:cNvSpPr>
          <p:nvPr>
            <p:ph type="ftr" sz="quarter" idx="11"/>
          </p:nvPr>
        </p:nvSpPr>
        <p:spPr/>
        <p:txBody>
          <a:bodyPr rtlCol="0"/>
          <a:lstStyle/>
          <a:p>
            <a:pPr rtl="0"/>
            <a:endParaRPr lang="en-GB" noProof="0" dirty="0"/>
          </a:p>
        </p:txBody>
      </p:sp>
      <p:sp>
        <p:nvSpPr>
          <p:cNvPr id="5" name="Date Placeholder 4"/>
          <p:cNvSpPr>
            <a:spLocks noGrp="1"/>
          </p:cNvSpPr>
          <p:nvPr>
            <p:ph type="dt" sz="half" idx="10"/>
          </p:nvPr>
        </p:nvSpPr>
        <p:spPr/>
        <p:txBody>
          <a:bodyPr rtlCol="0"/>
          <a:lstStyle/>
          <a:p>
            <a:pPr rtl="0"/>
            <a:fld id="{0ACC9671-242E-4EDE-AEEB-B12A46AA2B1B}" type="datetime1">
              <a:rPr lang="en-GB" noProof="0" smtClean="0"/>
              <a:t>09/01/2026</a:t>
            </a:fld>
            <a:endParaRPr lang="en-GB" noProof="0" dirty="0"/>
          </a:p>
        </p:txBody>
      </p:sp>
      <p:sp>
        <p:nvSpPr>
          <p:cNvPr id="7" name="Slide Number Placeholder 6"/>
          <p:cNvSpPr>
            <a:spLocks noGrp="1"/>
          </p:cNvSpPr>
          <p:nvPr>
            <p:ph type="sldNum" sz="quarter" idx="12"/>
          </p:nvPr>
        </p:nvSpPr>
        <p:spPr/>
        <p:txBody>
          <a:bodyPr rtlCol="0"/>
          <a:lstStyle/>
          <a:p>
            <a:pPr rtl="0"/>
            <a:fld id="{E31375A4-56A4-47D6-9801-1991572033F7}" type="slidenum">
              <a:rPr lang="en-GB" noProof="0" smtClean="0"/>
              <a:t>‹#›</a:t>
            </a:fld>
            <a:endParaRPr lang="en-GB" noProof="0" dirty="0"/>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noProof="0"/>
              <a:t>Click to edit Master title style</a:t>
            </a:r>
            <a:endParaRPr lang="en-GB" noProof="0" dirty="0"/>
          </a:p>
        </p:txBody>
      </p:sp>
      <p:sp>
        <p:nvSpPr>
          <p:cNvPr id="3" name="Text Placeholder 2"/>
          <p:cNvSpPr>
            <a:spLocks noGrp="1"/>
          </p:cNvSpPr>
          <p:nvPr>
            <p:ph type="body" idx="1"/>
          </p:nvPr>
        </p:nvSpPr>
        <p:spPr>
          <a:xfrm>
            <a:off x="800100" y="1828799"/>
            <a:ext cx="3600450" cy="762000"/>
          </a:xfrm>
        </p:spPr>
        <p:txBody>
          <a:bodyPr rtlCol="0" anchor="ctr">
            <a:noAutofit/>
          </a:bodyPr>
          <a:lstStyle>
            <a:lvl1pPr marL="0" indent="0">
              <a:buNone/>
              <a:defRPr sz="1800" b="0" cap="none" baseline="0">
                <a:solidFill>
                  <a:schemeClr val="tx1">
                    <a:lumMod val="75000"/>
                    <a:lumOff val="2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n-GB" noProof="0"/>
              <a:t>Click to edit Master text styles</a:t>
            </a:r>
          </a:p>
        </p:txBody>
      </p:sp>
      <p:sp>
        <p:nvSpPr>
          <p:cNvPr id="4" name="Content Placeholder 3"/>
          <p:cNvSpPr>
            <a:spLocks noGrp="1"/>
          </p:cNvSpPr>
          <p:nvPr>
            <p:ph sz="half" idx="2"/>
          </p:nvPr>
        </p:nvSpPr>
        <p:spPr>
          <a:xfrm>
            <a:off x="800100" y="2590800"/>
            <a:ext cx="3600450" cy="3810033"/>
          </a:xfrm>
        </p:spPr>
        <p:txBody>
          <a:bodyPr rtlCol="0">
            <a:normAutofit/>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endParaRPr lang="en-GB" noProof="0" dirty="0"/>
          </a:p>
        </p:txBody>
      </p:sp>
      <p:sp>
        <p:nvSpPr>
          <p:cNvPr id="5" name="Text Placeholder 4"/>
          <p:cNvSpPr>
            <a:spLocks noGrp="1"/>
          </p:cNvSpPr>
          <p:nvPr>
            <p:ph type="body" sz="quarter" idx="3"/>
          </p:nvPr>
        </p:nvSpPr>
        <p:spPr>
          <a:xfrm>
            <a:off x="4743450" y="1828799"/>
            <a:ext cx="3600450" cy="762000"/>
          </a:xfrm>
        </p:spPr>
        <p:txBody>
          <a:bodyPr rtlCol="0" anchor="ctr">
            <a:noAutofit/>
          </a:bodyPr>
          <a:lstStyle>
            <a:lvl1pPr marL="0" indent="0">
              <a:buNone/>
              <a:defRPr sz="1800" b="0" cap="none" baseline="0">
                <a:solidFill>
                  <a:schemeClr val="tx1">
                    <a:lumMod val="75000"/>
                    <a:lumOff val="2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n-GB" noProof="0"/>
              <a:t>Click to edit Master text styles</a:t>
            </a:r>
          </a:p>
        </p:txBody>
      </p:sp>
      <p:sp>
        <p:nvSpPr>
          <p:cNvPr id="6" name="Content Placeholder 5"/>
          <p:cNvSpPr>
            <a:spLocks noGrp="1"/>
          </p:cNvSpPr>
          <p:nvPr>
            <p:ph sz="quarter" idx="4"/>
          </p:nvPr>
        </p:nvSpPr>
        <p:spPr>
          <a:xfrm>
            <a:off x="4743450" y="2590800"/>
            <a:ext cx="3600450" cy="3810033"/>
          </a:xfrm>
        </p:spPr>
        <p:txBody>
          <a:bodyPr rtlCol="0">
            <a:normAutofit/>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endParaRPr lang="en-GB" noProof="0" dirty="0"/>
          </a:p>
        </p:txBody>
      </p:sp>
      <p:sp>
        <p:nvSpPr>
          <p:cNvPr id="8" name="Footer Placeholder 7"/>
          <p:cNvSpPr>
            <a:spLocks noGrp="1"/>
          </p:cNvSpPr>
          <p:nvPr>
            <p:ph type="ftr" sz="quarter" idx="11"/>
          </p:nvPr>
        </p:nvSpPr>
        <p:spPr/>
        <p:txBody>
          <a:bodyPr rtlCol="0"/>
          <a:lstStyle/>
          <a:p>
            <a:pPr rtl="0"/>
            <a:endParaRPr lang="en-GB" noProof="0" dirty="0"/>
          </a:p>
        </p:txBody>
      </p:sp>
      <p:sp>
        <p:nvSpPr>
          <p:cNvPr id="7" name="Date Placeholder 6"/>
          <p:cNvSpPr>
            <a:spLocks noGrp="1"/>
          </p:cNvSpPr>
          <p:nvPr>
            <p:ph type="dt" sz="half" idx="10"/>
          </p:nvPr>
        </p:nvSpPr>
        <p:spPr/>
        <p:txBody>
          <a:bodyPr rtlCol="0"/>
          <a:lstStyle/>
          <a:p>
            <a:pPr rtl="0"/>
            <a:fld id="{16956621-DB3C-4360-B989-117D12D1F110}" type="datetime1">
              <a:rPr lang="en-GB" noProof="0" smtClean="0"/>
              <a:t>09/01/2026</a:t>
            </a:fld>
            <a:endParaRPr lang="en-GB" noProof="0" dirty="0"/>
          </a:p>
        </p:txBody>
      </p:sp>
      <p:sp>
        <p:nvSpPr>
          <p:cNvPr id="9" name="Slide Number Placeholder 8"/>
          <p:cNvSpPr>
            <a:spLocks noGrp="1"/>
          </p:cNvSpPr>
          <p:nvPr>
            <p:ph type="sldNum" sz="quarter" idx="12"/>
          </p:nvPr>
        </p:nvSpPr>
        <p:spPr/>
        <p:txBody>
          <a:bodyPr rtlCol="0"/>
          <a:lstStyle/>
          <a:p>
            <a:pPr rtl="0"/>
            <a:fld id="{E31375A4-56A4-47D6-9801-1991572033F7}" type="slidenum">
              <a:rPr lang="en-GB" noProof="0" smtClean="0"/>
              <a:t>‹#›</a:t>
            </a:fld>
            <a:endParaRPr lang="en-GB" noProof="0" dirty="0"/>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noProof="0"/>
              <a:t>Click to edit Master title style</a:t>
            </a:r>
            <a:endParaRPr lang="en-GB" noProof="0" dirty="0"/>
          </a:p>
        </p:txBody>
      </p:sp>
      <p:sp>
        <p:nvSpPr>
          <p:cNvPr id="4" name="Footer Placeholder 3"/>
          <p:cNvSpPr>
            <a:spLocks noGrp="1"/>
          </p:cNvSpPr>
          <p:nvPr>
            <p:ph type="ftr" sz="quarter" idx="11"/>
          </p:nvPr>
        </p:nvSpPr>
        <p:spPr/>
        <p:txBody>
          <a:bodyPr rtlCol="0"/>
          <a:lstStyle/>
          <a:p>
            <a:pPr rtl="0"/>
            <a:endParaRPr lang="en-GB" noProof="0" dirty="0"/>
          </a:p>
        </p:txBody>
      </p:sp>
      <p:sp>
        <p:nvSpPr>
          <p:cNvPr id="3" name="Date Placeholder 2"/>
          <p:cNvSpPr>
            <a:spLocks noGrp="1"/>
          </p:cNvSpPr>
          <p:nvPr>
            <p:ph type="dt" sz="half" idx="10"/>
          </p:nvPr>
        </p:nvSpPr>
        <p:spPr/>
        <p:txBody>
          <a:bodyPr rtlCol="0"/>
          <a:lstStyle/>
          <a:p>
            <a:pPr rtl="0"/>
            <a:fld id="{487526C8-D018-4AAF-9234-9C4F7C84760D}" type="datetime1">
              <a:rPr lang="en-GB" noProof="0" smtClean="0"/>
              <a:t>09/01/2026</a:t>
            </a:fld>
            <a:endParaRPr lang="en-GB" noProof="0" dirty="0"/>
          </a:p>
        </p:txBody>
      </p:sp>
      <p:sp>
        <p:nvSpPr>
          <p:cNvPr id="5" name="Slide Number Placeholder 4"/>
          <p:cNvSpPr>
            <a:spLocks noGrp="1"/>
          </p:cNvSpPr>
          <p:nvPr>
            <p:ph type="sldNum" sz="quarter" idx="12"/>
          </p:nvPr>
        </p:nvSpPr>
        <p:spPr/>
        <p:txBody>
          <a:bodyPr rtlCol="0"/>
          <a:lstStyle/>
          <a:p>
            <a:pPr rtl="0"/>
            <a:fld id="{E31375A4-56A4-47D6-9801-1991572033F7}" type="slidenum">
              <a:rPr lang="en-GB" noProof="0" smtClean="0"/>
              <a:t>‹#›</a:t>
            </a:fld>
            <a:endParaRPr lang="en-GB" noProof="0" dirty="0"/>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rtlCol="0"/>
          <a:lstStyle/>
          <a:p>
            <a:pPr rtl="0"/>
            <a:endParaRPr lang="en-GB" noProof="0" dirty="0"/>
          </a:p>
        </p:txBody>
      </p:sp>
      <p:sp>
        <p:nvSpPr>
          <p:cNvPr id="2" name="Date Placeholder 1"/>
          <p:cNvSpPr>
            <a:spLocks noGrp="1"/>
          </p:cNvSpPr>
          <p:nvPr>
            <p:ph type="dt" sz="half" idx="10"/>
          </p:nvPr>
        </p:nvSpPr>
        <p:spPr/>
        <p:txBody>
          <a:bodyPr rtlCol="0"/>
          <a:lstStyle/>
          <a:p>
            <a:pPr rtl="0"/>
            <a:fld id="{0D53CE1D-A069-4701-B044-87873AF56ED0}" type="datetime1">
              <a:rPr lang="en-GB" noProof="0" smtClean="0"/>
              <a:t>09/01/2026</a:t>
            </a:fld>
            <a:endParaRPr lang="en-GB" noProof="0" dirty="0"/>
          </a:p>
        </p:txBody>
      </p:sp>
      <p:sp>
        <p:nvSpPr>
          <p:cNvPr id="4" name="Slide Number Placeholder 3"/>
          <p:cNvSpPr>
            <a:spLocks noGrp="1"/>
          </p:cNvSpPr>
          <p:nvPr>
            <p:ph type="sldNum" sz="quarter" idx="12"/>
          </p:nvPr>
        </p:nvSpPr>
        <p:spPr/>
        <p:txBody>
          <a:bodyPr rtlCol="0"/>
          <a:lstStyle/>
          <a:p>
            <a:pPr rtl="0"/>
            <a:fld id="{E31375A4-56A4-47D6-9801-1991572033F7}" type="slidenum">
              <a:rPr lang="en-GB" noProof="0" smtClean="0"/>
              <a:t>‹#›</a:t>
            </a:fld>
            <a:endParaRPr lang="en-GB" noProof="0" dirty="0"/>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descr="Rectangle"/>
          <p:cNvSpPr/>
          <p:nvPr/>
        </p:nvSpPr>
        <p:spPr>
          <a:xfrm>
            <a:off x="5256609" y="0"/>
            <a:ext cx="3885010"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dirty="0"/>
          </a:p>
        </p:txBody>
      </p:sp>
      <p:sp>
        <p:nvSpPr>
          <p:cNvPr id="9" name="Rectangle 8" descr="Rectangle"/>
          <p:cNvSpPr/>
          <p:nvPr/>
        </p:nvSpPr>
        <p:spPr>
          <a:xfrm>
            <a:off x="5441751" y="228600"/>
            <a:ext cx="3514725"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dirty="0"/>
          </a:p>
        </p:txBody>
      </p:sp>
      <p:sp>
        <p:nvSpPr>
          <p:cNvPr id="2" name="Title 1"/>
          <p:cNvSpPr>
            <a:spLocks noGrp="1"/>
          </p:cNvSpPr>
          <p:nvPr>
            <p:ph type="title"/>
          </p:nvPr>
        </p:nvSpPr>
        <p:spPr>
          <a:xfrm>
            <a:off x="5724525" y="3200400"/>
            <a:ext cx="2949178" cy="1752600"/>
          </a:xfrm>
        </p:spPr>
        <p:txBody>
          <a:bodyPr rtlCol="0" anchor="b">
            <a:normAutofit/>
          </a:bodyPr>
          <a:lstStyle>
            <a:lvl1pPr>
              <a:defRPr sz="2700"/>
            </a:lvl1pPr>
          </a:lstStyle>
          <a:p>
            <a:pPr rtl="0"/>
            <a:r>
              <a:rPr lang="en-GB" noProof="0"/>
              <a:t>Click to edit Master title style</a:t>
            </a:r>
            <a:endParaRPr lang="en-GB" noProof="0" dirty="0"/>
          </a:p>
        </p:txBody>
      </p:sp>
      <p:sp>
        <p:nvSpPr>
          <p:cNvPr id="3" name="Content Placeholder 2"/>
          <p:cNvSpPr>
            <a:spLocks noGrp="1"/>
          </p:cNvSpPr>
          <p:nvPr>
            <p:ph idx="1"/>
          </p:nvPr>
        </p:nvSpPr>
        <p:spPr>
          <a:xfrm>
            <a:off x="457200" y="457201"/>
            <a:ext cx="4457700" cy="5943600"/>
          </a:xfrm>
        </p:spPr>
        <p:txBody>
          <a:bodyPr rtlCol="0">
            <a:normAutofit/>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endParaRPr lang="en-GB" noProof="0" dirty="0"/>
          </a:p>
        </p:txBody>
      </p:sp>
      <p:sp>
        <p:nvSpPr>
          <p:cNvPr id="4" name="Text Placeholder 3"/>
          <p:cNvSpPr>
            <a:spLocks noGrp="1"/>
          </p:cNvSpPr>
          <p:nvPr>
            <p:ph type="body" sz="half" idx="2"/>
          </p:nvPr>
        </p:nvSpPr>
        <p:spPr>
          <a:xfrm>
            <a:off x="5724525" y="5029200"/>
            <a:ext cx="2949178" cy="1371600"/>
          </a:xfrm>
        </p:spPr>
        <p:txBody>
          <a:bodyPr rtlCol="0">
            <a:normAutofit/>
          </a:bodyPr>
          <a:lstStyle>
            <a:lvl1pPr marL="0" indent="0">
              <a:buNone/>
              <a:defRPr sz="1200">
                <a:solidFill>
                  <a:schemeClr val="bg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rtl="0"/>
            <a:r>
              <a:rPr lang="en-GB" noProof="0"/>
              <a:t>Click to edit Master text styles</a:t>
            </a:r>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descr="Rectangle"/>
          <p:cNvSpPr/>
          <p:nvPr/>
        </p:nvSpPr>
        <p:spPr>
          <a:xfrm>
            <a:off x="5256609" y="0"/>
            <a:ext cx="3885010" cy="6858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dirty="0"/>
          </a:p>
        </p:txBody>
      </p:sp>
      <p:sp>
        <p:nvSpPr>
          <p:cNvPr id="9" name="Rectangle 8" descr="Rectangle"/>
          <p:cNvSpPr/>
          <p:nvPr/>
        </p:nvSpPr>
        <p:spPr>
          <a:xfrm>
            <a:off x="5441751" y="228600"/>
            <a:ext cx="3514725" cy="6400800"/>
          </a:xfrm>
          <a:prstGeom prst="rect">
            <a:avLst/>
          </a:prstGeom>
          <a:noFill/>
          <a:ln w="15875">
            <a:gradFill flip="none" rotWithShape="1">
              <a:gsLst>
                <a:gs pos="0">
                  <a:schemeClr val="bg1">
                    <a:lumMod val="75000"/>
                  </a:schemeClr>
                </a:gs>
                <a:gs pos="100000">
                  <a:schemeClr val="bg1">
                    <a:lumMod val="95000"/>
                  </a:schemeClr>
                </a:gs>
              </a:gsLst>
              <a:lin ang="2700000" scaled="1"/>
              <a:tileRect/>
            </a:gra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dirty="0"/>
          </a:p>
        </p:txBody>
      </p:sp>
      <p:sp>
        <p:nvSpPr>
          <p:cNvPr id="2" name="Title 1"/>
          <p:cNvSpPr>
            <a:spLocks noGrp="1"/>
          </p:cNvSpPr>
          <p:nvPr>
            <p:ph type="title"/>
          </p:nvPr>
        </p:nvSpPr>
        <p:spPr>
          <a:xfrm>
            <a:off x="5726430" y="3200400"/>
            <a:ext cx="2949178" cy="1752600"/>
          </a:xfrm>
        </p:spPr>
        <p:txBody>
          <a:bodyPr rtlCol="0" anchor="b">
            <a:normAutofit/>
          </a:bodyPr>
          <a:lstStyle>
            <a:lvl1pPr>
              <a:defRPr sz="2700"/>
            </a:lvl1pPr>
          </a:lstStyle>
          <a:p>
            <a:pPr rtl="0"/>
            <a:r>
              <a:rPr lang="en-GB" noProof="0"/>
              <a:t>Click to edit Master title style</a:t>
            </a:r>
            <a:endParaRPr lang="en-GB" noProof="0" dirty="0"/>
          </a:p>
        </p:txBody>
      </p:sp>
      <p:sp>
        <p:nvSpPr>
          <p:cNvPr id="3" name="Picture Placeholder 2" descr="An empty placeholder to add an image. Click on the placeholder and select the image that you wish to add."/>
          <p:cNvSpPr>
            <a:spLocks noGrp="1"/>
          </p:cNvSpPr>
          <p:nvPr>
            <p:ph type="pic" idx="1"/>
          </p:nvPr>
        </p:nvSpPr>
        <p:spPr>
          <a:xfrm>
            <a:off x="1" y="1"/>
            <a:ext cx="5256608" cy="6857999"/>
          </a:xfrm>
        </p:spPr>
        <p:txBody>
          <a:bodyPr tIns="457200" rtlCol="0">
            <a:normAutofit/>
          </a:bodyPr>
          <a:lstStyle>
            <a:lvl1pPr marL="0" indent="0" algn="ctr">
              <a:buNone/>
              <a:defRPr sz="18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rtl="0"/>
            <a:r>
              <a:rPr lang="en-GB" noProof="0"/>
              <a:t>Click icon to add picture</a:t>
            </a:r>
            <a:endParaRPr lang="en-GB" noProof="0" dirty="0"/>
          </a:p>
        </p:txBody>
      </p:sp>
      <p:sp>
        <p:nvSpPr>
          <p:cNvPr id="4" name="Text Placeholder 3"/>
          <p:cNvSpPr>
            <a:spLocks noGrp="1"/>
          </p:cNvSpPr>
          <p:nvPr>
            <p:ph type="body" sz="half" idx="2"/>
          </p:nvPr>
        </p:nvSpPr>
        <p:spPr>
          <a:xfrm>
            <a:off x="5726430" y="5029200"/>
            <a:ext cx="2949178" cy="1374648"/>
          </a:xfrm>
        </p:spPr>
        <p:txBody>
          <a:bodyPr rtlCol="0"/>
          <a:lstStyle>
            <a:lvl1pPr marL="0" indent="0">
              <a:buNone/>
              <a:defRPr sz="1200">
                <a:solidFill>
                  <a:schemeClr val="bg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rtl="0"/>
            <a:r>
              <a:rPr lang="en-GB" noProof="0"/>
              <a:t>Click to edit Master text styles</a:t>
            </a:r>
          </a:p>
        </p:txBody>
      </p:sp>
    </p:spTree>
    <p:extLst>
      <p:ext uri="{BB962C8B-B14F-4D97-AF65-F5344CB8AC3E}">
        <p14:creationId xmlns:p14="http://schemas.microsoft.com/office/powerpoint/2010/main" val="2977249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noProof="0"/>
              <a:t>Click to edit Master title style</a:t>
            </a:r>
            <a:endParaRPr lang="en-GB" noProof="0" dirty="0"/>
          </a:p>
        </p:txBody>
      </p:sp>
      <p:sp>
        <p:nvSpPr>
          <p:cNvPr id="3" name="Vertical Text Placeholder 2"/>
          <p:cNvSpPr>
            <a:spLocks noGrp="1"/>
          </p:cNvSpPr>
          <p:nvPr>
            <p:ph type="body" orient="vert" idx="1"/>
          </p:nvPr>
        </p:nvSpPr>
        <p:spPr/>
        <p:txBody>
          <a:bodyPr vert="eaVert"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endParaRPr lang="en-GB" noProof="0" dirty="0"/>
          </a:p>
        </p:txBody>
      </p:sp>
      <p:sp>
        <p:nvSpPr>
          <p:cNvPr id="5" name="Footer Placeholder 4"/>
          <p:cNvSpPr>
            <a:spLocks noGrp="1"/>
          </p:cNvSpPr>
          <p:nvPr>
            <p:ph type="ftr" sz="quarter" idx="11"/>
          </p:nvPr>
        </p:nvSpPr>
        <p:spPr/>
        <p:txBody>
          <a:bodyPr rtlCol="0"/>
          <a:lstStyle/>
          <a:p>
            <a:pPr rtl="0"/>
            <a:endParaRPr lang="en-GB" noProof="0" dirty="0"/>
          </a:p>
        </p:txBody>
      </p:sp>
      <p:sp>
        <p:nvSpPr>
          <p:cNvPr id="4" name="Date Placeholder 3"/>
          <p:cNvSpPr>
            <a:spLocks noGrp="1"/>
          </p:cNvSpPr>
          <p:nvPr>
            <p:ph type="dt" sz="half" idx="10"/>
          </p:nvPr>
        </p:nvSpPr>
        <p:spPr/>
        <p:txBody>
          <a:bodyPr rtlCol="0"/>
          <a:lstStyle/>
          <a:p>
            <a:pPr rtl="0"/>
            <a:fld id="{117CD9CD-75D9-40DE-B8C0-1D8F0BC640E4}" type="datetime1">
              <a:rPr lang="en-GB" noProof="0" smtClean="0"/>
              <a:t>09/01/2026</a:t>
            </a:fld>
            <a:endParaRPr lang="en-GB" noProof="0" dirty="0"/>
          </a:p>
        </p:txBody>
      </p:sp>
      <p:sp>
        <p:nvSpPr>
          <p:cNvPr id="6" name="Slide Number Placeholder 5"/>
          <p:cNvSpPr>
            <a:spLocks noGrp="1"/>
          </p:cNvSpPr>
          <p:nvPr>
            <p:ph type="sldNum" sz="quarter" idx="12"/>
          </p:nvPr>
        </p:nvSpPr>
        <p:spPr/>
        <p:txBody>
          <a:bodyPr rtlCol="0"/>
          <a:lstStyle/>
          <a:p>
            <a:pPr rtl="0"/>
            <a:fld id="{E31375A4-56A4-47D6-9801-1991572033F7}" type="slidenum">
              <a:rPr lang="en-GB" noProof="0" smtClean="0"/>
              <a:t>‹#›</a:t>
            </a:fld>
            <a:endParaRPr lang="en-GB" noProof="0" dirty="0"/>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descr="Rectangle"/>
          <p:cNvSpPr/>
          <p:nvPr/>
        </p:nvSpPr>
        <p:spPr>
          <a:xfrm>
            <a:off x="7486650" y="0"/>
            <a:ext cx="1657350" cy="6858000"/>
          </a:xfrm>
          <a:prstGeom prst="rect">
            <a:avLst/>
          </a:prstGeom>
          <a:gradFill flip="none" rotWithShape="1">
            <a:gsLst>
              <a:gs pos="0">
                <a:schemeClr val="accent1"/>
              </a:gs>
              <a:gs pos="100000">
                <a:schemeClr val="accent1">
                  <a:lumMod val="7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dirty="0"/>
          </a:p>
        </p:txBody>
      </p:sp>
      <p:sp>
        <p:nvSpPr>
          <p:cNvPr id="2" name="Vertical Title 1"/>
          <p:cNvSpPr>
            <a:spLocks noGrp="1"/>
          </p:cNvSpPr>
          <p:nvPr>
            <p:ph type="title" orient="vert"/>
          </p:nvPr>
        </p:nvSpPr>
        <p:spPr>
          <a:xfrm>
            <a:off x="7543800" y="457201"/>
            <a:ext cx="1543051" cy="5943600"/>
          </a:xfrm>
        </p:spPr>
        <p:txBody>
          <a:bodyPr vert="eaVert" rtlCol="0"/>
          <a:lstStyle/>
          <a:p>
            <a:pPr rtl="0"/>
            <a:r>
              <a:rPr lang="en-GB" noProof="0"/>
              <a:t>Click to edit Master title style</a:t>
            </a:r>
            <a:endParaRPr lang="en-GB" noProof="0" dirty="0"/>
          </a:p>
        </p:txBody>
      </p:sp>
      <p:sp>
        <p:nvSpPr>
          <p:cNvPr id="3" name="Vertical Text Placeholder 2"/>
          <p:cNvSpPr>
            <a:spLocks noGrp="1"/>
          </p:cNvSpPr>
          <p:nvPr>
            <p:ph type="body" orient="vert" idx="1"/>
          </p:nvPr>
        </p:nvSpPr>
        <p:spPr>
          <a:xfrm>
            <a:off x="457200" y="457201"/>
            <a:ext cx="6800850" cy="5943599"/>
          </a:xfrm>
        </p:spPr>
        <p:txBody>
          <a:bodyPr vert="eaVert"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endParaRPr lang="en-GB" noProof="0" dirty="0"/>
          </a:p>
        </p:txBody>
      </p:sp>
      <p:sp>
        <p:nvSpPr>
          <p:cNvPr id="5" name="Footer Placeholder 4"/>
          <p:cNvSpPr>
            <a:spLocks noGrp="1"/>
          </p:cNvSpPr>
          <p:nvPr>
            <p:ph type="ftr" sz="quarter" idx="11"/>
          </p:nvPr>
        </p:nvSpPr>
        <p:spPr/>
        <p:txBody>
          <a:bodyPr rtlCol="0"/>
          <a:lstStyle/>
          <a:p>
            <a:pPr rtl="0"/>
            <a:endParaRPr lang="en-GB" noProof="0" dirty="0"/>
          </a:p>
        </p:txBody>
      </p:sp>
      <p:sp>
        <p:nvSpPr>
          <p:cNvPr id="4" name="Date Placeholder 3"/>
          <p:cNvSpPr>
            <a:spLocks noGrp="1"/>
          </p:cNvSpPr>
          <p:nvPr>
            <p:ph type="dt" sz="half" idx="10"/>
          </p:nvPr>
        </p:nvSpPr>
        <p:spPr/>
        <p:txBody>
          <a:bodyPr rtlCol="0"/>
          <a:lstStyle/>
          <a:p>
            <a:pPr rtl="0"/>
            <a:fld id="{9EA3AD83-5400-4DA0-B7B8-562C25C4A357}" type="datetime1">
              <a:rPr lang="en-GB" noProof="0" smtClean="0"/>
              <a:t>09/01/2026</a:t>
            </a:fld>
            <a:endParaRPr lang="en-GB" noProof="0" dirty="0"/>
          </a:p>
        </p:txBody>
      </p:sp>
      <p:sp>
        <p:nvSpPr>
          <p:cNvPr id="6" name="Slide Number Placeholder 5"/>
          <p:cNvSpPr>
            <a:spLocks noGrp="1"/>
          </p:cNvSpPr>
          <p:nvPr>
            <p:ph type="sldNum" sz="quarter" idx="12"/>
          </p:nvPr>
        </p:nvSpPr>
        <p:spPr/>
        <p:txBody>
          <a:bodyPr rtlCol="0"/>
          <a:lstStyle/>
          <a:p>
            <a:pPr rtl="0"/>
            <a:fld id="{E31375A4-56A4-47D6-9801-1991572033F7}" type="slidenum">
              <a:rPr lang="en-GB" noProof="0" smtClean="0"/>
              <a:t>‹#›</a:t>
            </a:fld>
            <a:endParaRPr lang="en-GB" noProof="0" dirty="0"/>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D9D9D9"/>
            </a:gs>
            <a:gs pos="100000">
              <a:schemeClr val="bg1"/>
            </a:gs>
          </a:gsLst>
          <a:lin ang="16200000" scaled="1"/>
          <a:tileRect/>
        </a:gradFill>
        <a:effectLst/>
      </p:bgPr>
    </p:bg>
    <p:spTree>
      <p:nvGrpSpPr>
        <p:cNvPr id="1" name=""/>
        <p:cNvGrpSpPr/>
        <p:nvPr/>
      </p:nvGrpSpPr>
      <p:grpSpPr>
        <a:xfrm>
          <a:off x="0" y="0"/>
          <a:ext cx="0" cy="0"/>
          <a:chOff x="0" y="0"/>
          <a:chExt cx="0" cy="0"/>
        </a:xfrm>
      </p:grpSpPr>
      <p:sp>
        <p:nvSpPr>
          <p:cNvPr id="7" name="red bar" descr="Red bar"/>
          <p:cNvSpPr/>
          <p:nvPr/>
        </p:nvSpPr>
        <p:spPr>
          <a:xfrm>
            <a:off x="1" y="1"/>
            <a:ext cx="9141618" cy="1524000"/>
          </a:xfrm>
          <a:prstGeom prst="rect">
            <a:avLst/>
          </a:prstGeom>
          <a:gradFill flip="none" rotWithShape="1">
            <a:gsLst>
              <a:gs pos="0">
                <a:schemeClr val="accent1"/>
              </a:gs>
              <a:gs pos="100000">
                <a:schemeClr val="accent1">
                  <a:lumMod val="7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sz="1350" noProof="0" dirty="0"/>
          </a:p>
        </p:txBody>
      </p:sp>
      <p:sp>
        <p:nvSpPr>
          <p:cNvPr id="2" name="Title Placeholder 1"/>
          <p:cNvSpPr>
            <a:spLocks noGrp="1"/>
          </p:cNvSpPr>
          <p:nvPr>
            <p:ph type="title"/>
          </p:nvPr>
        </p:nvSpPr>
        <p:spPr>
          <a:xfrm>
            <a:off x="800100" y="99221"/>
            <a:ext cx="7543800" cy="1325563"/>
          </a:xfrm>
          <a:prstGeom prst="rect">
            <a:avLst/>
          </a:prstGeom>
        </p:spPr>
        <p:txBody>
          <a:bodyPr vert="horz" lIns="91440" tIns="45720" rIns="91440" bIns="45720" rtlCol="0" anchor="ctr">
            <a:normAutofit/>
          </a:bodyPr>
          <a:lstStyle/>
          <a:p>
            <a:pPr rtl="0"/>
            <a:r>
              <a:rPr lang="en-GB" noProof="0"/>
              <a:t>Click to edit Master title style</a:t>
            </a:r>
            <a:endParaRPr lang="en-GB" noProof="0" dirty="0"/>
          </a:p>
        </p:txBody>
      </p:sp>
      <p:sp>
        <p:nvSpPr>
          <p:cNvPr id="3" name="Text Placeholder 2"/>
          <p:cNvSpPr>
            <a:spLocks noGrp="1"/>
          </p:cNvSpPr>
          <p:nvPr>
            <p:ph type="body" idx="1"/>
          </p:nvPr>
        </p:nvSpPr>
        <p:spPr>
          <a:xfrm>
            <a:off x="1143000" y="1828800"/>
            <a:ext cx="6858000" cy="4572001"/>
          </a:xfrm>
          <a:prstGeom prst="rect">
            <a:avLst/>
          </a:prstGeom>
        </p:spPr>
        <p:txBody>
          <a:bodyPr vert="horz" lIns="91440" tIns="45720" rIns="91440" bIns="45720" rtlCol="0">
            <a:normAutofit/>
          </a:body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endParaRPr lang="en-GB" noProof="0" dirty="0"/>
          </a:p>
        </p:txBody>
      </p:sp>
      <p:sp>
        <p:nvSpPr>
          <p:cNvPr id="5" name="Footer Placeholder 4"/>
          <p:cNvSpPr>
            <a:spLocks noGrp="1"/>
          </p:cNvSpPr>
          <p:nvPr>
            <p:ph type="ftr" sz="quarter" idx="3"/>
          </p:nvPr>
        </p:nvSpPr>
        <p:spPr>
          <a:xfrm>
            <a:off x="800100" y="6481761"/>
            <a:ext cx="5886450" cy="239715"/>
          </a:xfrm>
          <a:prstGeom prst="rect">
            <a:avLst/>
          </a:prstGeom>
        </p:spPr>
        <p:txBody>
          <a:bodyPr vert="horz" lIns="91440" tIns="45720" rIns="91440" bIns="45720" rtlCol="0" anchor="ctr"/>
          <a:lstStyle>
            <a:lvl1pPr algn="l">
              <a:defRPr sz="825">
                <a:solidFill>
                  <a:schemeClr val="tx1"/>
                </a:solidFill>
              </a:defRPr>
            </a:lvl1pPr>
          </a:lstStyle>
          <a:p>
            <a:pPr rtl="0"/>
            <a:endParaRPr lang="en-GB" noProof="0" dirty="0"/>
          </a:p>
        </p:txBody>
      </p:sp>
      <p:sp>
        <p:nvSpPr>
          <p:cNvPr id="4" name="Date Placeholder 3"/>
          <p:cNvSpPr>
            <a:spLocks noGrp="1"/>
          </p:cNvSpPr>
          <p:nvPr>
            <p:ph type="dt" sz="half" idx="2"/>
          </p:nvPr>
        </p:nvSpPr>
        <p:spPr>
          <a:xfrm>
            <a:off x="6800850" y="6465886"/>
            <a:ext cx="800100" cy="239715"/>
          </a:xfrm>
          <a:prstGeom prst="rect">
            <a:avLst/>
          </a:prstGeom>
        </p:spPr>
        <p:txBody>
          <a:bodyPr vert="horz" lIns="91440" tIns="45720" rIns="91440" bIns="45720" rtlCol="0" anchor="ctr"/>
          <a:lstStyle>
            <a:lvl1pPr algn="r">
              <a:defRPr sz="825">
                <a:solidFill>
                  <a:schemeClr val="tx1"/>
                </a:solidFill>
              </a:defRPr>
            </a:lvl1pPr>
          </a:lstStyle>
          <a:p>
            <a:pPr rtl="0"/>
            <a:fld id="{C471336A-FE1B-428E-908D-6D3A425E9B9E}" type="datetime1">
              <a:rPr lang="en-GB" noProof="0" smtClean="0"/>
              <a:t>09/01/2026</a:t>
            </a:fld>
            <a:endParaRPr lang="en-GB" noProof="0" dirty="0"/>
          </a:p>
        </p:txBody>
      </p:sp>
      <p:sp>
        <p:nvSpPr>
          <p:cNvPr id="6" name="Slide Number Placeholder 5"/>
          <p:cNvSpPr>
            <a:spLocks noGrp="1"/>
          </p:cNvSpPr>
          <p:nvPr>
            <p:ph type="sldNum" sz="quarter" idx="4"/>
          </p:nvPr>
        </p:nvSpPr>
        <p:spPr>
          <a:xfrm>
            <a:off x="7715250" y="6481761"/>
            <a:ext cx="628650" cy="239715"/>
          </a:xfrm>
          <a:prstGeom prst="rect">
            <a:avLst/>
          </a:prstGeom>
        </p:spPr>
        <p:txBody>
          <a:bodyPr vert="horz" lIns="91440" tIns="45720" rIns="91440" bIns="45720" rtlCol="0" anchor="ctr"/>
          <a:lstStyle>
            <a:lvl1pPr algn="r">
              <a:defRPr sz="825">
                <a:solidFill>
                  <a:schemeClr val="tx1"/>
                </a:solidFill>
              </a:defRPr>
            </a:lvl1pPr>
          </a:lstStyle>
          <a:p>
            <a:pPr rtl="0"/>
            <a:fld id="{E31375A4-56A4-47D6-9801-1991572033F7}" type="slidenum">
              <a:rPr lang="en-GB" noProof="0" smtClean="0"/>
              <a:pPr/>
              <a:t>‹#›</a:t>
            </a:fld>
            <a:endParaRPr lang="en-GB" noProof="0" dirty="0"/>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685800" rtl="0" eaLnBrk="1" latinLnBrk="0" hangingPunct="1">
        <a:lnSpc>
          <a:spcPct val="90000"/>
        </a:lnSpc>
        <a:spcBef>
          <a:spcPct val="0"/>
        </a:spcBef>
        <a:buNone/>
        <a:defRPr sz="2700" kern="1200">
          <a:solidFill>
            <a:schemeClr val="bg1"/>
          </a:solidFill>
          <a:latin typeface="+mj-lt"/>
          <a:ea typeface="+mj-ea"/>
          <a:cs typeface="+mj-cs"/>
        </a:defRPr>
      </a:lvl1pPr>
    </p:titleStyle>
    <p:bodyStyle>
      <a:lvl1pPr marL="171450" indent="-171450" algn="l" defTabSz="685800" rtl="0" eaLnBrk="1" latinLnBrk="0" hangingPunct="1">
        <a:lnSpc>
          <a:spcPct val="90000"/>
        </a:lnSpc>
        <a:spcBef>
          <a:spcPts val="1350"/>
        </a:spcBef>
        <a:buSzPct val="100000"/>
        <a:buFont typeface="Arial" pitchFamily="34" charset="0"/>
        <a:buChar char="▪"/>
        <a:defRPr sz="1800" kern="1200">
          <a:solidFill>
            <a:schemeClr val="tx1">
              <a:lumMod val="75000"/>
              <a:lumOff val="25000"/>
            </a:schemeClr>
          </a:solidFill>
          <a:latin typeface="+mn-lt"/>
          <a:ea typeface="+mn-ea"/>
          <a:cs typeface="+mn-cs"/>
        </a:defRPr>
      </a:lvl1pPr>
      <a:lvl2pPr marL="342900" indent="-171450" algn="l" defTabSz="685800" rtl="0" eaLnBrk="1" latinLnBrk="0" hangingPunct="1">
        <a:lnSpc>
          <a:spcPct val="90000"/>
        </a:lnSpc>
        <a:spcBef>
          <a:spcPts val="450"/>
        </a:spcBef>
        <a:buSzPct val="100000"/>
        <a:buFont typeface="Arial" pitchFamily="34" charset="0"/>
        <a:buChar char="▪"/>
        <a:defRPr sz="1650" kern="1200">
          <a:solidFill>
            <a:schemeClr val="tx1">
              <a:lumMod val="75000"/>
              <a:lumOff val="25000"/>
            </a:schemeClr>
          </a:solidFill>
          <a:latin typeface="+mn-lt"/>
          <a:ea typeface="+mn-ea"/>
          <a:cs typeface="+mn-cs"/>
        </a:defRPr>
      </a:lvl2pPr>
      <a:lvl3pPr marL="514350" indent="-137160" algn="l" defTabSz="685800" rtl="0" eaLnBrk="1" latinLnBrk="0" hangingPunct="1">
        <a:lnSpc>
          <a:spcPct val="90000"/>
        </a:lnSpc>
        <a:spcBef>
          <a:spcPts val="450"/>
        </a:spcBef>
        <a:buSzPct val="100000"/>
        <a:buFont typeface="Arial" pitchFamily="34" charset="0"/>
        <a:buChar char="▪"/>
        <a:defRPr sz="1500" kern="1200">
          <a:solidFill>
            <a:schemeClr val="tx1">
              <a:lumMod val="75000"/>
              <a:lumOff val="25000"/>
            </a:schemeClr>
          </a:solidFill>
          <a:latin typeface="+mn-lt"/>
          <a:ea typeface="+mn-ea"/>
          <a:cs typeface="+mn-cs"/>
        </a:defRPr>
      </a:lvl3pPr>
      <a:lvl4pPr marL="651510" indent="-136922" algn="l" defTabSz="685800" rtl="0" eaLnBrk="1" latinLnBrk="0" hangingPunct="1">
        <a:lnSpc>
          <a:spcPct val="90000"/>
        </a:lnSpc>
        <a:spcBef>
          <a:spcPts val="450"/>
        </a:spcBef>
        <a:buSzPct val="100000"/>
        <a:buFont typeface="Arial" pitchFamily="34" charset="0"/>
        <a:buChar char="▪"/>
        <a:defRPr sz="1350" kern="1200">
          <a:solidFill>
            <a:schemeClr val="tx1">
              <a:lumMod val="75000"/>
              <a:lumOff val="25000"/>
            </a:schemeClr>
          </a:solidFill>
          <a:latin typeface="+mn-lt"/>
          <a:ea typeface="+mn-ea"/>
          <a:cs typeface="+mn-cs"/>
        </a:defRPr>
      </a:lvl4pPr>
      <a:lvl5pPr marL="788670" indent="-137160" algn="l" defTabSz="685800" rtl="0" eaLnBrk="1" latinLnBrk="0" hangingPunct="1">
        <a:lnSpc>
          <a:spcPct val="90000"/>
        </a:lnSpc>
        <a:spcBef>
          <a:spcPts val="450"/>
        </a:spcBef>
        <a:buSzPct val="100000"/>
        <a:buFont typeface="Arial" pitchFamily="34" charset="0"/>
        <a:buChar char="▪"/>
        <a:defRPr sz="1200" kern="1200">
          <a:solidFill>
            <a:schemeClr val="tx1">
              <a:lumMod val="75000"/>
              <a:lumOff val="25000"/>
            </a:schemeClr>
          </a:solidFill>
          <a:latin typeface="+mn-lt"/>
          <a:ea typeface="+mn-ea"/>
          <a:cs typeface="+mn-cs"/>
        </a:defRPr>
      </a:lvl5pPr>
      <a:lvl6pPr marL="925830" indent="-137160" algn="l" defTabSz="685800" rtl="0" eaLnBrk="1" latinLnBrk="0" hangingPunct="1">
        <a:lnSpc>
          <a:spcPct val="90000"/>
        </a:lnSpc>
        <a:spcBef>
          <a:spcPts val="300"/>
        </a:spcBef>
        <a:buSzPct val="100000"/>
        <a:buFont typeface="Arial" pitchFamily="34" charset="0"/>
        <a:buChar char="▪"/>
        <a:defRPr sz="1200" kern="1200">
          <a:solidFill>
            <a:schemeClr val="tx1">
              <a:lumMod val="75000"/>
              <a:lumOff val="25000"/>
            </a:schemeClr>
          </a:solidFill>
          <a:latin typeface="+mn-lt"/>
          <a:ea typeface="+mn-ea"/>
          <a:cs typeface="+mn-cs"/>
        </a:defRPr>
      </a:lvl6pPr>
      <a:lvl7pPr marL="1062990" indent="-137160" algn="l" defTabSz="685800" rtl="0" eaLnBrk="1" latinLnBrk="0" hangingPunct="1">
        <a:lnSpc>
          <a:spcPct val="90000"/>
        </a:lnSpc>
        <a:spcBef>
          <a:spcPts val="300"/>
        </a:spcBef>
        <a:buSzPct val="100000"/>
        <a:buFont typeface="Arial" pitchFamily="34" charset="0"/>
        <a:buChar char="▪"/>
        <a:defRPr sz="1200" kern="1200">
          <a:solidFill>
            <a:schemeClr val="tx1">
              <a:lumMod val="75000"/>
              <a:lumOff val="25000"/>
            </a:schemeClr>
          </a:solidFill>
          <a:latin typeface="+mn-lt"/>
          <a:ea typeface="+mn-ea"/>
          <a:cs typeface="+mn-cs"/>
        </a:defRPr>
      </a:lvl7pPr>
      <a:lvl8pPr marL="1200150" indent="-137160" algn="l" defTabSz="685800" rtl="0" eaLnBrk="1" latinLnBrk="0" hangingPunct="1">
        <a:lnSpc>
          <a:spcPct val="90000"/>
        </a:lnSpc>
        <a:spcBef>
          <a:spcPts val="300"/>
        </a:spcBef>
        <a:buSzPct val="100000"/>
        <a:buFont typeface="Arial" pitchFamily="34" charset="0"/>
        <a:buChar char="▪"/>
        <a:defRPr sz="1200" kern="1200">
          <a:solidFill>
            <a:schemeClr val="tx1">
              <a:lumMod val="75000"/>
              <a:lumOff val="25000"/>
            </a:schemeClr>
          </a:solidFill>
          <a:latin typeface="+mn-lt"/>
          <a:ea typeface="+mn-ea"/>
          <a:cs typeface="+mn-cs"/>
        </a:defRPr>
      </a:lvl8pPr>
      <a:lvl9pPr marL="1337310" indent="-137160" algn="l" defTabSz="685800" rtl="0" eaLnBrk="1" latinLnBrk="0" hangingPunct="1">
        <a:lnSpc>
          <a:spcPct val="90000"/>
        </a:lnSpc>
        <a:spcBef>
          <a:spcPts val="300"/>
        </a:spcBef>
        <a:buSzPct val="100000"/>
        <a:buFont typeface="Arial" pitchFamily="34" charset="0"/>
        <a:buChar char="▪"/>
        <a:defRPr sz="1200" kern="1200">
          <a:solidFill>
            <a:schemeClr val="tx1">
              <a:lumMod val="75000"/>
              <a:lumOff val="25000"/>
            </a:schemeClr>
          </a:solidFill>
          <a:latin typeface="+mn-lt"/>
          <a:ea typeface="+mn-ea"/>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linkedin.com/in/dheeraj-lakkakula"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www.linkedin.com/in/dheeraj-lakkakula"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hyperlink" Target="https://www.linkedin.com/in/dheeraj-lakkakula"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www.linkedin.com/in/dheeraj-lakkakula"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linkedin.com/in/dheeraj-lakkakula" TargetMode="External"/><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www.linkedin.com/in/dheeraj-lakkakula"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www.linkedin.com/in/dheeraj-lakkakula"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hyperlink" Target="https://www.linkedin.com/in/dheeraj-lakkakula" TargetMode="External"/><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hyperlink" Target="https://www.linkedin.com/in/dheeraj-lakkakula" TargetMode="External"/><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9668" y="3645024"/>
            <a:ext cx="3073631" cy="929108"/>
          </a:xfrm>
        </p:spPr>
        <p:txBody>
          <a:bodyPr rtlCol="0">
            <a:normAutofit/>
          </a:bodyPr>
          <a:lstStyle/>
          <a:p>
            <a:pPr rtl="0"/>
            <a:r>
              <a:rPr lang="en-GB" sz="3000" dirty="0"/>
              <a:t>SPARK ARCHITECTURE</a:t>
            </a:r>
          </a:p>
        </p:txBody>
      </p:sp>
      <p:sp>
        <p:nvSpPr>
          <p:cNvPr id="3" name="Subtitle 2"/>
          <p:cNvSpPr>
            <a:spLocks noGrp="1"/>
          </p:cNvSpPr>
          <p:nvPr>
            <p:ph type="subTitle" idx="1"/>
          </p:nvPr>
        </p:nvSpPr>
        <p:spPr>
          <a:xfrm>
            <a:off x="469667" y="4725144"/>
            <a:ext cx="3073631" cy="407640"/>
          </a:xfrm>
        </p:spPr>
        <p:txBody>
          <a:bodyPr rtlCol="0"/>
          <a:lstStyle/>
          <a:p>
            <a:pPr rtl="0"/>
            <a:r>
              <a:rPr lang="en-GB" dirty="0"/>
              <a:t>Databricks</a:t>
            </a:r>
          </a:p>
        </p:txBody>
      </p:sp>
      <p:pic>
        <p:nvPicPr>
          <p:cNvPr id="5" name="Picture 4">
            <a:extLst>
              <a:ext uri="{FF2B5EF4-FFF2-40B4-BE49-F238E27FC236}">
                <a16:creationId xmlns:a16="http://schemas.microsoft.com/office/drawing/2014/main" id="{B44AA942-C420-DCFC-F071-4A163D436F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51920" y="0"/>
            <a:ext cx="5292080" cy="6858000"/>
          </a:xfrm>
          <a:prstGeom prst="rect">
            <a:avLst/>
          </a:prstGeom>
        </p:spPr>
      </p:pic>
      <p:sp>
        <p:nvSpPr>
          <p:cNvPr id="6" name="Subtitle 2">
            <a:extLst>
              <a:ext uri="{FF2B5EF4-FFF2-40B4-BE49-F238E27FC236}">
                <a16:creationId xmlns:a16="http://schemas.microsoft.com/office/drawing/2014/main" id="{8A1DCB9C-7DC1-0DBB-5527-ABEFC2BA808F}"/>
              </a:ext>
            </a:extLst>
          </p:cNvPr>
          <p:cNvSpPr txBox="1">
            <a:spLocks/>
          </p:cNvSpPr>
          <p:nvPr/>
        </p:nvSpPr>
        <p:spPr>
          <a:xfrm>
            <a:off x="395536" y="6237312"/>
            <a:ext cx="3073631" cy="407640"/>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350"/>
              </a:spcBef>
              <a:buSzPct val="100000"/>
              <a:buFont typeface="Arial" pitchFamily="34" charset="0"/>
              <a:buNone/>
              <a:defRPr sz="1500" kern="1200" cap="all" baseline="0">
                <a:solidFill>
                  <a:schemeClr val="tx1">
                    <a:lumMod val="50000"/>
                    <a:lumOff val="50000"/>
                  </a:schemeClr>
                </a:solidFill>
                <a:latin typeface="+mn-lt"/>
                <a:ea typeface="+mn-ea"/>
                <a:cs typeface="+mn-cs"/>
              </a:defRPr>
            </a:lvl1pPr>
            <a:lvl2pPr marL="342900" indent="0" algn="ctr" defTabSz="685800" rtl="0" eaLnBrk="1" latinLnBrk="0" hangingPunct="1">
              <a:lnSpc>
                <a:spcPct val="90000"/>
              </a:lnSpc>
              <a:spcBef>
                <a:spcPts val="450"/>
              </a:spcBef>
              <a:buSzPct val="100000"/>
              <a:buFont typeface="Arial" pitchFamily="34" charset="0"/>
              <a:buNone/>
              <a:defRPr sz="1500" kern="1200">
                <a:solidFill>
                  <a:schemeClr val="tx1">
                    <a:lumMod val="75000"/>
                    <a:lumOff val="25000"/>
                  </a:schemeClr>
                </a:solidFill>
                <a:latin typeface="+mn-lt"/>
                <a:ea typeface="+mn-ea"/>
                <a:cs typeface="+mn-cs"/>
              </a:defRPr>
            </a:lvl2pPr>
            <a:lvl3pPr marL="685800" indent="0" algn="ctr" defTabSz="685800" rtl="0" eaLnBrk="1" latinLnBrk="0" hangingPunct="1">
              <a:lnSpc>
                <a:spcPct val="90000"/>
              </a:lnSpc>
              <a:spcBef>
                <a:spcPts val="450"/>
              </a:spcBef>
              <a:buSzPct val="100000"/>
              <a:buFont typeface="Arial" pitchFamily="34" charset="0"/>
              <a:buNone/>
              <a:defRPr sz="1350" kern="1200">
                <a:solidFill>
                  <a:schemeClr val="tx1">
                    <a:lumMod val="75000"/>
                    <a:lumOff val="25000"/>
                  </a:schemeClr>
                </a:solidFill>
                <a:latin typeface="+mn-lt"/>
                <a:ea typeface="+mn-ea"/>
                <a:cs typeface="+mn-cs"/>
              </a:defRPr>
            </a:lvl3pPr>
            <a:lvl4pPr marL="1028700" indent="0" algn="ctr" defTabSz="685800" rtl="0" eaLnBrk="1" latinLnBrk="0" hangingPunct="1">
              <a:lnSpc>
                <a:spcPct val="90000"/>
              </a:lnSpc>
              <a:spcBef>
                <a:spcPts val="450"/>
              </a:spcBef>
              <a:buSzPct val="100000"/>
              <a:buFont typeface="Arial" pitchFamily="34" charset="0"/>
              <a:buNone/>
              <a:defRPr sz="1200" kern="1200">
                <a:solidFill>
                  <a:schemeClr val="tx1">
                    <a:lumMod val="75000"/>
                    <a:lumOff val="25000"/>
                  </a:schemeClr>
                </a:solidFill>
                <a:latin typeface="+mn-lt"/>
                <a:ea typeface="+mn-ea"/>
                <a:cs typeface="+mn-cs"/>
              </a:defRPr>
            </a:lvl4pPr>
            <a:lvl5pPr marL="1371600" indent="0" algn="ctr" defTabSz="685800" rtl="0" eaLnBrk="1" latinLnBrk="0" hangingPunct="1">
              <a:lnSpc>
                <a:spcPct val="90000"/>
              </a:lnSpc>
              <a:spcBef>
                <a:spcPts val="450"/>
              </a:spcBef>
              <a:buSzPct val="100000"/>
              <a:buFont typeface="Arial" pitchFamily="34" charset="0"/>
              <a:buNone/>
              <a:defRPr sz="1200" kern="1200">
                <a:solidFill>
                  <a:schemeClr val="tx1">
                    <a:lumMod val="75000"/>
                    <a:lumOff val="25000"/>
                  </a:schemeClr>
                </a:solidFill>
                <a:latin typeface="+mn-lt"/>
                <a:ea typeface="+mn-ea"/>
                <a:cs typeface="+mn-cs"/>
              </a:defRPr>
            </a:lvl5pPr>
            <a:lvl6pPr marL="17145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6pPr>
            <a:lvl7pPr marL="20574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7pPr>
            <a:lvl8pPr marL="24003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8pPr>
            <a:lvl9pPr marL="27432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9pPr>
          </a:lstStyle>
          <a:p>
            <a:r>
              <a:rPr lang="en-GB" dirty="0"/>
              <a:t>By </a:t>
            </a:r>
            <a:r>
              <a:rPr lang="en-GB" dirty="0">
                <a:hlinkClick r:id="rId4"/>
              </a:rPr>
              <a:t>Dheeraj Lakkakula</a:t>
            </a:r>
            <a:endParaRPr lang="en-GB" dirty="0"/>
          </a:p>
        </p:txBody>
      </p:sp>
    </p:spTree>
    <p:extLst>
      <p:ext uri="{BB962C8B-B14F-4D97-AF65-F5344CB8AC3E}">
        <p14:creationId xmlns:p14="http://schemas.microsoft.com/office/powerpoint/2010/main" val="43514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332656"/>
            <a:ext cx="7543800" cy="994172"/>
          </a:xfrm>
        </p:spPr>
        <p:txBody>
          <a:bodyPr rtlCol="0"/>
          <a:lstStyle/>
          <a:p>
            <a:pPr rtl="0"/>
            <a:r>
              <a:rPr lang="en-GB" dirty="0"/>
              <a:t>Spark Architecture</a:t>
            </a:r>
          </a:p>
        </p:txBody>
      </p:sp>
      <p:sp>
        <p:nvSpPr>
          <p:cNvPr id="3" name="Content Placeholder 2"/>
          <p:cNvSpPr>
            <a:spLocks noGrp="1"/>
          </p:cNvSpPr>
          <p:nvPr>
            <p:ph idx="1"/>
          </p:nvPr>
        </p:nvSpPr>
        <p:spPr>
          <a:xfrm>
            <a:off x="395536" y="1828800"/>
            <a:ext cx="8568952" cy="4572001"/>
          </a:xfrm>
        </p:spPr>
        <p:txBody>
          <a:bodyPr rtlCol="0">
            <a:normAutofit lnSpcReduction="10000"/>
          </a:bodyPr>
          <a:lstStyle/>
          <a:p>
            <a:pPr marL="0" indent="0">
              <a:lnSpc>
                <a:spcPct val="110000"/>
              </a:lnSpc>
              <a:buNone/>
            </a:pPr>
            <a:r>
              <a:rPr lang="en-GB" sz="1600" dirty="0">
                <a:latin typeface="Calibri" panose="020F0502020204030204" pitchFamily="34" charset="0"/>
                <a:ea typeface="Calibri" panose="020F0502020204030204" pitchFamily="34" charset="0"/>
                <a:cs typeface="Calibri" panose="020F0502020204030204" pitchFamily="34" charset="0"/>
              </a:rPr>
              <a:t>A distributed engine that plans work on the driver and executes it on executors.</a:t>
            </a:r>
          </a:p>
          <a:p>
            <a:pPr marL="0" indent="0">
              <a:lnSpc>
                <a:spcPct val="110000"/>
              </a:lnSpc>
              <a:buNone/>
            </a:pPr>
            <a:r>
              <a:rPr lang="en-GB" sz="1600" dirty="0">
                <a:latin typeface="Calibri" panose="020F0502020204030204" pitchFamily="34" charset="0"/>
                <a:ea typeface="Calibri" panose="020F0502020204030204" pitchFamily="34" charset="0"/>
                <a:cs typeface="Calibri" panose="020F0502020204030204" pitchFamily="34" charset="0"/>
              </a:rPr>
              <a:t>Core Components :</a:t>
            </a:r>
          </a:p>
          <a:p>
            <a:pPr marL="342900" indent="-342900">
              <a:lnSpc>
                <a:spcPct val="110000"/>
              </a:lnSpc>
              <a:buFont typeface="+mj-lt"/>
              <a:buAutoNum type="arabicPeriod"/>
            </a:pPr>
            <a:r>
              <a:rPr lang="en-GB" sz="1600" dirty="0">
                <a:latin typeface="Calibri" panose="020F0502020204030204" pitchFamily="34" charset="0"/>
                <a:ea typeface="Calibri" panose="020F0502020204030204" pitchFamily="34" charset="0"/>
                <a:cs typeface="Calibri" panose="020F0502020204030204" pitchFamily="34" charset="0"/>
              </a:rPr>
              <a:t>Driver - Master Program (plans &amp; schedules)</a:t>
            </a:r>
          </a:p>
          <a:p>
            <a:pPr marL="342900" indent="-342900">
              <a:lnSpc>
                <a:spcPct val="110000"/>
              </a:lnSpc>
              <a:buFont typeface="+mj-lt"/>
              <a:buAutoNum type="arabicPeriod"/>
            </a:pPr>
            <a:r>
              <a:rPr lang="en-GB" sz="1600" dirty="0">
                <a:latin typeface="Calibri" panose="020F0502020204030204" pitchFamily="34" charset="0"/>
                <a:ea typeface="Calibri" panose="020F0502020204030204" pitchFamily="34" charset="0"/>
                <a:cs typeface="Calibri" panose="020F0502020204030204" pitchFamily="34" charset="0"/>
              </a:rPr>
              <a:t>Cluster Manager - provides memory &amp; compute resources</a:t>
            </a:r>
          </a:p>
          <a:p>
            <a:pPr marL="342900" indent="-342900">
              <a:lnSpc>
                <a:spcPct val="110000"/>
              </a:lnSpc>
              <a:buFont typeface="+mj-lt"/>
              <a:buAutoNum type="arabicPeriod"/>
            </a:pPr>
            <a:r>
              <a:rPr lang="en-GB" sz="1600" dirty="0">
                <a:latin typeface="Calibri" panose="020F0502020204030204" pitchFamily="34" charset="0"/>
                <a:ea typeface="Calibri" panose="020F0502020204030204" pitchFamily="34" charset="0"/>
                <a:cs typeface="Calibri" panose="020F0502020204030204" pitchFamily="34" charset="0"/>
              </a:rPr>
              <a:t>Executors - Execute or process data</a:t>
            </a:r>
          </a:p>
          <a:p>
            <a:pPr marL="0" indent="0">
              <a:lnSpc>
                <a:spcPct val="110000"/>
              </a:lnSpc>
              <a:buNone/>
            </a:pPr>
            <a:endParaRPr lang="en-GB" sz="1600" dirty="0">
              <a:latin typeface="Calibri" panose="020F0502020204030204" pitchFamily="34" charset="0"/>
              <a:ea typeface="Calibri" panose="020F0502020204030204" pitchFamily="34" charset="0"/>
              <a:cs typeface="Calibri" panose="020F0502020204030204" pitchFamily="34" charset="0"/>
            </a:endParaRPr>
          </a:p>
          <a:p>
            <a:pPr>
              <a:lnSpc>
                <a:spcPct val="110000"/>
              </a:lnSpc>
            </a:pPr>
            <a:r>
              <a:rPr lang="en-GB" sz="1600" dirty="0">
                <a:latin typeface="Calibri" panose="020F0502020204030204" pitchFamily="34" charset="0"/>
                <a:ea typeface="Calibri" panose="020F0502020204030204" pitchFamily="34" charset="0"/>
                <a:cs typeface="Calibri" panose="020F0502020204030204" pitchFamily="34" charset="0"/>
              </a:rPr>
              <a:t>When the spark code is started, DRIVER program Executes first and creates the spark context.</a:t>
            </a:r>
          </a:p>
          <a:p>
            <a:pPr>
              <a:lnSpc>
                <a:spcPct val="100000"/>
              </a:lnSpc>
            </a:pPr>
            <a:r>
              <a:rPr lang="en-GB" sz="1600" dirty="0">
                <a:latin typeface="Calibri" panose="020F0502020204030204" pitchFamily="34" charset="0"/>
                <a:ea typeface="Calibri" panose="020F0502020204030204" pitchFamily="34" charset="0"/>
                <a:cs typeface="Calibri" panose="020F0502020204030204" pitchFamily="34" charset="0"/>
              </a:rPr>
              <a:t>Spark Context is the entry point for all the interactions that happen with spark cluster, Driver program communicates with cluster Manager and asks for resources it needed (Executors etc..)</a:t>
            </a:r>
          </a:p>
          <a:p>
            <a:pPr>
              <a:lnSpc>
                <a:spcPct val="100000"/>
              </a:lnSpc>
            </a:pPr>
            <a:r>
              <a:rPr lang="en-GB" sz="1600" dirty="0">
                <a:latin typeface="Calibri" panose="020F0502020204030204" pitchFamily="34" charset="0"/>
                <a:ea typeface="Calibri" panose="020F0502020204030204" pitchFamily="34" charset="0"/>
                <a:cs typeface="Calibri" panose="020F0502020204030204" pitchFamily="34" charset="0"/>
              </a:rPr>
              <a:t>After all these worker nodes setup, these execute their own tasks simultaneously (based on the plan given by the driver). Once all worker nodes done with all the individual tasks. The driver program aggregates all the results from each worker node and provide the final result.</a:t>
            </a:r>
          </a:p>
          <a:p>
            <a:pPr>
              <a:lnSpc>
                <a:spcPct val="100000"/>
              </a:lnSpc>
            </a:pPr>
            <a:endParaRPr lang="en-GB" sz="1600"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endParaRPr lang="en-GB" sz="1600"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endParaRPr lang="en-GB" sz="1600" dirty="0">
              <a:latin typeface="Calibri" panose="020F0502020204030204" pitchFamily="34" charset="0"/>
              <a:ea typeface="Calibri" panose="020F0502020204030204" pitchFamily="34" charset="0"/>
              <a:cs typeface="Calibri" panose="020F0502020204030204" pitchFamily="34" charset="0"/>
            </a:endParaRPr>
          </a:p>
        </p:txBody>
      </p:sp>
      <p:pic>
        <p:nvPicPr>
          <p:cNvPr id="9" name="Picture 8" descr="A diagram of cluster manager&#10;&#10;AI-generated content may be incorrect.">
            <a:extLst>
              <a:ext uri="{FF2B5EF4-FFF2-40B4-BE49-F238E27FC236}">
                <a16:creationId xmlns:a16="http://schemas.microsoft.com/office/drawing/2014/main" id="{2333F945-C1A0-AE46-F30D-9237D6EF025D}"/>
              </a:ext>
            </a:extLst>
          </p:cNvPr>
          <p:cNvPicPr>
            <a:picLocks noChangeAspect="1"/>
          </p:cNvPicPr>
          <p:nvPr/>
        </p:nvPicPr>
        <p:blipFill>
          <a:blip r:embed="rId3"/>
          <a:stretch>
            <a:fillRect/>
          </a:stretch>
        </p:blipFill>
        <p:spPr>
          <a:xfrm>
            <a:off x="5652120" y="2226568"/>
            <a:ext cx="3264728" cy="1706488"/>
          </a:xfrm>
          <a:prstGeom prst="rect">
            <a:avLst/>
          </a:prstGeom>
        </p:spPr>
      </p:pic>
      <p:sp>
        <p:nvSpPr>
          <p:cNvPr id="10" name="Subtitle 2">
            <a:extLst>
              <a:ext uri="{FF2B5EF4-FFF2-40B4-BE49-F238E27FC236}">
                <a16:creationId xmlns:a16="http://schemas.microsoft.com/office/drawing/2014/main" id="{89FF203C-1992-05A6-38DA-CCCE61019DCA}"/>
              </a:ext>
            </a:extLst>
          </p:cNvPr>
          <p:cNvSpPr txBox="1">
            <a:spLocks/>
          </p:cNvSpPr>
          <p:nvPr/>
        </p:nvSpPr>
        <p:spPr>
          <a:xfrm>
            <a:off x="6906576" y="6525344"/>
            <a:ext cx="3073631" cy="407640"/>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350"/>
              </a:spcBef>
              <a:buSzPct val="100000"/>
              <a:buFont typeface="Arial" pitchFamily="34" charset="0"/>
              <a:buNone/>
              <a:defRPr sz="1500" kern="1200" cap="all" baseline="0">
                <a:solidFill>
                  <a:schemeClr val="tx1">
                    <a:lumMod val="50000"/>
                    <a:lumOff val="50000"/>
                  </a:schemeClr>
                </a:solidFill>
                <a:latin typeface="+mn-lt"/>
                <a:ea typeface="+mn-ea"/>
                <a:cs typeface="+mn-cs"/>
              </a:defRPr>
            </a:lvl1pPr>
            <a:lvl2pPr marL="342900" indent="0" algn="ctr" defTabSz="685800" rtl="0" eaLnBrk="1" latinLnBrk="0" hangingPunct="1">
              <a:lnSpc>
                <a:spcPct val="90000"/>
              </a:lnSpc>
              <a:spcBef>
                <a:spcPts val="450"/>
              </a:spcBef>
              <a:buSzPct val="100000"/>
              <a:buFont typeface="Arial" pitchFamily="34" charset="0"/>
              <a:buNone/>
              <a:defRPr sz="1500" kern="1200">
                <a:solidFill>
                  <a:schemeClr val="tx1">
                    <a:lumMod val="75000"/>
                    <a:lumOff val="25000"/>
                  </a:schemeClr>
                </a:solidFill>
                <a:latin typeface="+mn-lt"/>
                <a:ea typeface="+mn-ea"/>
                <a:cs typeface="+mn-cs"/>
              </a:defRPr>
            </a:lvl2pPr>
            <a:lvl3pPr marL="685800" indent="0" algn="ctr" defTabSz="685800" rtl="0" eaLnBrk="1" latinLnBrk="0" hangingPunct="1">
              <a:lnSpc>
                <a:spcPct val="90000"/>
              </a:lnSpc>
              <a:spcBef>
                <a:spcPts val="450"/>
              </a:spcBef>
              <a:buSzPct val="100000"/>
              <a:buFont typeface="Arial" pitchFamily="34" charset="0"/>
              <a:buNone/>
              <a:defRPr sz="1350" kern="1200">
                <a:solidFill>
                  <a:schemeClr val="tx1">
                    <a:lumMod val="75000"/>
                    <a:lumOff val="25000"/>
                  </a:schemeClr>
                </a:solidFill>
                <a:latin typeface="+mn-lt"/>
                <a:ea typeface="+mn-ea"/>
                <a:cs typeface="+mn-cs"/>
              </a:defRPr>
            </a:lvl3pPr>
            <a:lvl4pPr marL="1028700" indent="0" algn="ctr" defTabSz="685800" rtl="0" eaLnBrk="1" latinLnBrk="0" hangingPunct="1">
              <a:lnSpc>
                <a:spcPct val="90000"/>
              </a:lnSpc>
              <a:spcBef>
                <a:spcPts val="450"/>
              </a:spcBef>
              <a:buSzPct val="100000"/>
              <a:buFont typeface="Arial" pitchFamily="34" charset="0"/>
              <a:buNone/>
              <a:defRPr sz="1200" kern="1200">
                <a:solidFill>
                  <a:schemeClr val="tx1">
                    <a:lumMod val="75000"/>
                    <a:lumOff val="25000"/>
                  </a:schemeClr>
                </a:solidFill>
                <a:latin typeface="+mn-lt"/>
                <a:ea typeface="+mn-ea"/>
                <a:cs typeface="+mn-cs"/>
              </a:defRPr>
            </a:lvl4pPr>
            <a:lvl5pPr marL="1371600" indent="0" algn="ctr" defTabSz="685800" rtl="0" eaLnBrk="1" latinLnBrk="0" hangingPunct="1">
              <a:lnSpc>
                <a:spcPct val="90000"/>
              </a:lnSpc>
              <a:spcBef>
                <a:spcPts val="450"/>
              </a:spcBef>
              <a:buSzPct val="100000"/>
              <a:buFont typeface="Arial" pitchFamily="34" charset="0"/>
              <a:buNone/>
              <a:defRPr sz="1200" kern="1200">
                <a:solidFill>
                  <a:schemeClr val="tx1">
                    <a:lumMod val="75000"/>
                    <a:lumOff val="25000"/>
                  </a:schemeClr>
                </a:solidFill>
                <a:latin typeface="+mn-lt"/>
                <a:ea typeface="+mn-ea"/>
                <a:cs typeface="+mn-cs"/>
              </a:defRPr>
            </a:lvl5pPr>
            <a:lvl6pPr marL="17145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6pPr>
            <a:lvl7pPr marL="20574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7pPr>
            <a:lvl8pPr marL="24003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8pPr>
            <a:lvl9pPr marL="27432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9pPr>
          </a:lstStyle>
          <a:p>
            <a:r>
              <a:rPr lang="en-GB" dirty="0"/>
              <a:t>By </a:t>
            </a:r>
            <a:r>
              <a:rPr lang="en-GB" dirty="0">
                <a:hlinkClick r:id="rId4"/>
              </a:rPr>
              <a:t>Dheeraj Lakkakula</a:t>
            </a:r>
            <a:endParaRPr lang="en-GB" dirty="0"/>
          </a:p>
        </p:txBody>
      </p:sp>
    </p:spTree>
    <p:extLst>
      <p:ext uri="{BB962C8B-B14F-4D97-AF65-F5344CB8AC3E}">
        <p14:creationId xmlns:p14="http://schemas.microsoft.com/office/powerpoint/2010/main" val="1772969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dirty="0"/>
              <a:t>How Spark Executes - step by step example</a:t>
            </a:r>
            <a:br>
              <a:rPr lang="en-GB" dirty="0"/>
            </a:br>
            <a:r>
              <a:rPr lang="en-GB" dirty="0"/>
              <a:t>(Lazy Evaluation, DAG, RDD)</a:t>
            </a:r>
          </a:p>
        </p:txBody>
      </p:sp>
      <p:sp>
        <p:nvSpPr>
          <p:cNvPr id="4" name="Content Placeholder 3">
            <a:extLst>
              <a:ext uri="{FF2B5EF4-FFF2-40B4-BE49-F238E27FC236}">
                <a16:creationId xmlns:a16="http://schemas.microsoft.com/office/drawing/2014/main" id="{858F336B-1A93-A05C-10E4-9C4B1CD66AED}"/>
              </a:ext>
            </a:extLst>
          </p:cNvPr>
          <p:cNvSpPr>
            <a:spLocks noGrp="1"/>
          </p:cNvSpPr>
          <p:nvPr>
            <p:ph idx="1"/>
          </p:nvPr>
        </p:nvSpPr>
        <p:spPr>
          <a:xfrm>
            <a:off x="539552" y="1828800"/>
            <a:ext cx="8424936" cy="4840560"/>
          </a:xfrm>
        </p:spPr>
        <p:txBody>
          <a:bodyPr>
            <a:normAutofit/>
          </a:bodyPr>
          <a:lstStyle/>
          <a:p>
            <a:r>
              <a:rPr lang="en-GB" sz="1600" dirty="0">
                <a:latin typeface="Calibri" panose="020F0502020204030204" pitchFamily="34" charset="0"/>
                <a:ea typeface="Calibri" panose="020F0502020204030204" pitchFamily="34" charset="0"/>
                <a:cs typeface="Calibri" panose="020F0502020204030204" pitchFamily="34" charset="0"/>
              </a:rPr>
              <a:t>As of now spark context is created and cluster manager prepares all the resources that need to execute the code</a:t>
            </a:r>
          </a:p>
          <a:p>
            <a:r>
              <a:rPr lang="en-GB" sz="1600" dirty="0">
                <a:latin typeface="Calibri" panose="020F0502020204030204" pitchFamily="34" charset="0"/>
                <a:ea typeface="Calibri" panose="020F0502020204030204" pitchFamily="34" charset="0"/>
                <a:cs typeface="Calibri" panose="020F0502020204030204" pitchFamily="34" charset="0"/>
              </a:rPr>
              <a:t>Now Let’s see, how spark executes the                                                                                                              code step by step</a:t>
            </a:r>
          </a:p>
          <a:p>
            <a:r>
              <a:rPr lang="en-GB" sz="1600" dirty="0">
                <a:latin typeface="Calibri" panose="020F0502020204030204" pitchFamily="34" charset="0"/>
                <a:ea typeface="Calibri" panose="020F0502020204030204" pitchFamily="34" charset="0"/>
                <a:cs typeface="Calibri" panose="020F0502020204030204" pitchFamily="34" charset="0"/>
              </a:rPr>
              <a:t>At first, the </a:t>
            </a:r>
            <a:r>
              <a:rPr lang="en-GB" sz="1600" dirty="0" err="1">
                <a:latin typeface="Calibri" panose="020F0502020204030204" pitchFamily="34" charset="0"/>
                <a:ea typeface="Calibri" panose="020F0502020204030204" pitchFamily="34" charset="0"/>
                <a:cs typeface="Calibri" panose="020F0502020204030204" pitchFamily="34" charset="0"/>
              </a:rPr>
              <a:t>spark.read</a:t>
            </a:r>
            <a:r>
              <a:rPr lang="en-GB" sz="1600" dirty="0">
                <a:latin typeface="Calibri" panose="020F0502020204030204" pitchFamily="34" charset="0"/>
                <a:ea typeface="Calibri" panose="020F0502020204030204" pitchFamily="34" charset="0"/>
                <a:cs typeface="Calibri" panose="020F0502020204030204" pitchFamily="34" charset="0"/>
              </a:rPr>
              <a:t> line is executed,                                                                                           but spark doesn’t directly read the csv                                                                                           file, It Just creates the data frame and                                                                                                       infer the schema ( if </a:t>
            </a:r>
            <a:r>
              <a:rPr lang="en-GB" sz="1600" dirty="0" err="1">
                <a:latin typeface="Calibri" panose="020F0502020204030204" pitchFamily="34" charset="0"/>
                <a:ea typeface="Calibri" panose="020F0502020204030204" pitchFamily="34" charset="0"/>
                <a:cs typeface="Calibri" panose="020F0502020204030204" pitchFamily="34" charset="0"/>
              </a:rPr>
              <a:t>inferSchema</a:t>
            </a:r>
            <a:r>
              <a:rPr lang="en-GB" sz="1600" dirty="0">
                <a:latin typeface="Calibri" panose="020F0502020204030204" pitchFamily="34" charset="0"/>
                <a:ea typeface="Calibri" panose="020F0502020204030204" pitchFamily="34" charset="0"/>
                <a:cs typeface="Calibri" panose="020F0502020204030204" pitchFamily="34" charset="0"/>
              </a:rPr>
              <a:t>=True)</a:t>
            </a:r>
          </a:p>
          <a:p>
            <a:pPr marL="0" indent="0">
              <a:buNone/>
            </a:pPr>
            <a:endParaRPr lang="en-GB" sz="1600" dirty="0">
              <a:latin typeface="Calibri" panose="020F0502020204030204" pitchFamily="34" charset="0"/>
              <a:ea typeface="Calibri" panose="020F0502020204030204" pitchFamily="34" charset="0"/>
              <a:cs typeface="Calibri" panose="020F0502020204030204" pitchFamily="34" charset="0"/>
            </a:endParaRPr>
          </a:p>
          <a:p>
            <a:r>
              <a:rPr lang="en-GB" sz="1600" dirty="0">
                <a:latin typeface="Calibri" panose="020F0502020204030204" pitchFamily="34" charset="0"/>
                <a:ea typeface="Calibri" panose="020F0502020204030204" pitchFamily="34" charset="0"/>
                <a:cs typeface="Calibri" panose="020F0502020204030204" pitchFamily="34" charset="0"/>
              </a:rPr>
              <a:t>This is because the spark is LAZY in nature. This is </a:t>
            </a:r>
            <a:r>
              <a:rPr lang="en-GB" sz="1600" b="1" dirty="0">
                <a:solidFill>
                  <a:srgbClr val="FF0000"/>
                </a:solidFill>
                <a:latin typeface="Calibri" panose="020F0502020204030204" pitchFamily="34" charset="0"/>
                <a:ea typeface="Calibri" panose="020F0502020204030204" pitchFamily="34" charset="0"/>
                <a:cs typeface="Calibri" panose="020F0502020204030204" pitchFamily="34" charset="0"/>
              </a:rPr>
              <a:t>Lazy Evaluation </a:t>
            </a:r>
            <a:r>
              <a:rPr lang="en-GB" sz="1600" dirty="0">
                <a:latin typeface="Calibri" panose="020F0502020204030204" pitchFamily="34" charset="0"/>
                <a:ea typeface="Calibri" panose="020F0502020204030204" pitchFamily="34" charset="0"/>
                <a:cs typeface="Calibri" panose="020F0502020204030204" pitchFamily="34" charset="0"/>
              </a:rPr>
              <a:t>in spark.</a:t>
            </a:r>
          </a:p>
          <a:p>
            <a:r>
              <a:rPr lang="en-GB" sz="1600" dirty="0">
                <a:latin typeface="Calibri" panose="020F0502020204030204" pitchFamily="34" charset="0"/>
                <a:ea typeface="Calibri" panose="020F0502020204030204" pitchFamily="34" charset="0"/>
                <a:cs typeface="Calibri" panose="020F0502020204030204" pitchFamily="34" charset="0"/>
              </a:rPr>
              <a:t>In 2</a:t>
            </a:r>
            <a:r>
              <a:rPr lang="en-GB" sz="1600" baseline="30000" dirty="0">
                <a:latin typeface="Calibri" panose="020F0502020204030204" pitchFamily="34" charset="0"/>
                <a:ea typeface="Calibri" panose="020F0502020204030204" pitchFamily="34" charset="0"/>
                <a:cs typeface="Calibri" panose="020F0502020204030204" pitchFamily="34" charset="0"/>
              </a:rPr>
              <a:t>nd</a:t>
            </a:r>
            <a:r>
              <a:rPr lang="en-GB" sz="1600" dirty="0">
                <a:latin typeface="Calibri" panose="020F0502020204030204" pitchFamily="34" charset="0"/>
                <a:ea typeface="Calibri" panose="020F0502020204030204" pitchFamily="34" charset="0"/>
                <a:cs typeface="Calibri" panose="020F0502020204030204" pitchFamily="34" charset="0"/>
              </a:rPr>
              <a:t> step, it runs filter and select command, here also it won’t execute it, Spark creates a Logical plan before actually doing it. This plan is created in form of </a:t>
            </a:r>
            <a:r>
              <a:rPr lang="en-GB" sz="1600" b="1" dirty="0">
                <a:solidFill>
                  <a:srgbClr val="FF0000"/>
                </a:solidFill>
                <a:latin typeface="Calibri" panose="020F0502020204030204" pitchFamily="34" charset="0"/>
                <a:ea typeface="Calibri" panose="020F0502020204030204" pitchFamily="34" charset="0"/>
                <a:cs typeface="Calibri" panose="020F0502020204030204" pitchFamily="34" charset="0"/>
              </a:rPr>
              <a:t>DAG (Directed Acyclic Graph).</a:t>
            </a:r>
          </a:p>
          <a:p>
            <a:r>
              <a:rPr lang="en-GB" sz="1600" dirty="0">
                <a:latin typeface="Calibri" panose="020F0502020204030204" pitchFamily="34" charset="0"/>
                <a:ea typeface="Calibri" panose="020F0502020204030204" pitchFamily="34" charset="0"/>
                <a:cs typeface="Calibri" panose="020F0502020204030204" pitchFamily="34" charset="0"/>
              </a:rPr>
              <a:t>For each individual step in DAG, there is an </a:t>
            </a:r>
            <a:r>
              <a:rPr lang="en-GB" sz="1600" b="1" dirty="0">
                <a:solidFill>
                  <a:srgbClr val="FF0000"/>
                </a:solidFill>
                <a:latin typeface="Calibri" panose="020F0502020204030204" pitchFamily="34" charset="0"/>
                <a:ea typeface="Calibri" panose="020F0502020204030204" pitchFamily="34" charset="0"/>
                <a:cs typeface="Calibri" panose="020F0502020204030204" pitchFamily="34" charset="0"/>
              </a:rPr>
              <a:t>RDD</a:t>
            </a:r>
            <a:r>
              <a:rPr lang="en-GB" sz="1600" dirty="0">
                <a:latin typeface="Calibri" panose="020F0502020204030204" pitchFamily="34" charset="0"/>
                <a:ea typeface="Calibri" panose="020F0502020204030204" pitchFamily="34" charset="0"/>
                <a:cs typeface="Calibri" panose="020F0502020204030204" pitchFamily="34" charset="0"/>
              </a:rPr>
              <a:t> associated with that. RDD is the fundamental data structure of spark. These are logical partitions that assigned to the Executors</a:t>
            </a:r>
          </a:p>
        </p:txBody>
      </p:sp>
      <p:pic>
        <p:nvPicPr>
          <p:cNvPr id="7" name="Picture 6" descr="A computer screen with text&#10;&#10;AI-generated content may be incorrect.">
            <a:extLst>
              <a:ext uri="{FF2B5EF4-FFF2-40B4-BE49-F238E27FC236}">
                <a16:creationId xmlns:a16="http://schemas.microsoft.com/office/drawing/2014/main" id="{78AE0946-CC5B-CA45-18F4-56A7771F82D2}"/>
              </a:ext>
            </a:extLst>
          </p:cNvPr>
          <p:cNvPicPr>
            <a:picLocks noChangeAspect="1"/>
          </p:cNvPicPr>
          <p:nvPr/>
        </p:nvPicPr>
        <p:blipFill>
          <a:blip r:embed="rId3"/>
          <a:stretch>
            <a:fillRect/>
          </a:stretch>
        </p:blipFill>
        <p:spPr>
          <a:xfrm>
            <a:off x="4211960" y="2216871"/>
            <a:ext cx="4680520" cy="2148234"/>
          </a:xfrm>
          <a:prstGeom prst="rect">
            <a:avLst/>
          </a:prstGeom>
        </p:spPr>
      </p:pic>
      <p:sp>
        <p:nvSpPr>
          <p:cNvPr id="8" name="Subtitle 2">
            <a:extLst>
              <a:ext uri="{FF2B5EF4-FFF2-40B4-BE49-F238E27FC236}">
                <a16:creationId xmlns:a16="http://schemas.microsoft.com/office/drawing/2014/main" id="{E8C63FC2-9FB1-4E14-2B02-54CD3C4AF2CA}"/>
              </a:ext>
            </a:extLst>
          </p:cNvPr>
          <p:cNvSpPr txBox="1">
            <a:spLocks/>
          </p:cNvSpPr>
          <p:nvPr/>
        </p:nvSpPr>
        <p:spPr>
          <a:xfrm>
            <a:off x="6660232" y="6425614"/>
            <a:ext cx="3073631" cy="407640"/>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350"/>
              </a:spcBef>
              <a:buSzPct val="100000"/>
              <a:buFont typeface="Arial" pitchFamily="34" charset="0"/>
              <a:buNone/>
              <a:defRPr sz="1500" kern="1200" cap="all" baseline="0">
                <a:solidFill>
                  <a:schemeClr val="tx1">
                    <a:lumMod val="50000"/>
                    <a:lumOff val="50000"/>
                  </a:schemeClr>
                </a:solidFill>
                <a:latin typeface="+mn-lt"/>
                <a:ea typeface="+mn-ea"/>
                <a:cs typeface="+mn-cs"/>
              </a:defRPr>
            </a:lvl1pPr>
            <a:lvl2pPr marL="342900" indent="0" algn="ctr" defTabSz="685800" rtl="0" eaLnBrk="1" latinLnBrk="0" hangingPunct="1">
              <a:lnSpc>
                <a:spcPct val="90000"/>
              </a:lnSpc>
              <a:spcBef>
                <a:spcPts val="450"/>
              </a:spcBef>
              <a:buSzPct val="100000"/>
              <a:buFont typeface="Arial" pitchFamily="34" charset="0"/>
              <a:buNone/>
              <a:defRPr sz="1500" kern="1200">
                <a:solidFill>
                  <a:schemeClr val="tx1">
                    <a:lumMod val="75000"/>
                    <a:lumOff val="25000"/>
                  </a:schemeClr>
                </a:solidFill>
                <a:latin typeface="+mn-lt"/>
                <a:ea typeface="+mn-ea"/>
                <a:cs typeface="+mn-cs"/>
              </a:defRPr>
            </a:lvl2pPr>
            <a:lvl3pPr marL="685800" indent="0" algn="ctr" defTabSz="685800" rtl="0" eaLnBrk="1" latinLnBrk="0" hangingPunct="1">
              <a:lnSpc>
                <a:spcPct val="90000"/>
              </a:lnSpc>
              <a:spcBef>
                <a:spcPts val="450"/>
              </a:spcBef>
              <a:buSzPct val="100000"/>
              <a:buFont typeface="Arial" pitchFamily="34" charset="0"/>
              <a:buNone/>
              <a:defRPr sz="1350" kern="1200">
                <a:solidFill>
                  <a:schemeClr val="tx1">
                    <a:lumMod val="75000"/>
                    <a:lumOff val="25000"/>
                  </a:schemeClr>
                </a:solidFill>
                <a:latin typeface="+mn-lt"/>
                <a:ea typeface="+mn-ea"/>
                <a:cs typeface="+mn-cs"/>
              </a:defRPr>
            </a:lvl3pPr>
            <a:lvl4pPr marL="1028700" indent="0" algn="ctr" defTabSz="685800" rtl="0" eaLnBrk="1" latinLnBrk="0" hangingPunct="1">
              <a:lnSpc>
                <a:spcPct val="90000"/>
              </a:lnSpc>
              <a:spcBef>
                <a:spcPts val="450"/>
              </a:spcBef>
              <a:buSzPct val="100000"/>
              <a:buFont typeface="Arial" pitchFamily="34" charset="0"/>
              <a:buNone/>
              <a:defRPr sz="1200" kern="1200">
                <a:solidFill>
                  <a:schemeClr val="tx1">
                    <a:lumMod val="75000"/>
                    <a:lumOff val="25000"/>
                  </a:schemeClr>
                </a:solidFill>
                <a:latin typeface="+mn-lt"/>
                <a:ea typeface="+mn-ea"/>
                <a:cs typeface="+mn-cs"/>
              </a:defRPr>
            </a:lvl4pPr>
            <a:lvl5pPr marL="1371600" indent="0" algn="ctr" defTabSz="685800" rtl="0" eaLnBrk="1" latinLnBrk="0" hangingPunct="1">
              <a:lnSpc>
                <a:spcPct val="90000"/>
              </a:lnSpc>
              <a:spcBef>
                <a:spcPts val="450"/>
              </a:spcBef>
              <a:buSzPct val="100000"/>
              <a:buFont typeface="Arial" pitchFamily="34" charset="0"/>
              <a:buNone/>
              <a:defRPr sz="1200" kern="1200">
                <a:solidFill>
                  <a:schemeClr val="tx1">
                    <a:lumMod val="75000"/>
                    <a:lumOff val="25000"/>
                  </a:schemeClr>
                </a:solidFill>
                <a:latin typeface="+mn-lt"/>
                <a:ea typeface="+mn-ea"/>
                <a:cs typeface="+mn-cs"/>
              </a:defRPr>
            </a:lvl5pPr>
            <a:lvl6pPr marL="17145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6pPr>
            <a:lvl7pPr marL="20574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7pPr>
            <a:lvl8pPr marL="24003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8pPr>
            <a:lvl9pPr marL="27432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9pPr>
          </a:lstStyle>
          <a:p>
            <a:r>
              <a:rPr lang="en-GB" dirty="0"/>
              <a:t>By </a:t>
            </a:r>
            <a:r>
              <a:rPr lang="en-GB" dirty="0">
                <a:hlinkClick r:id="rId4"/>
              </a:rPr>
              <a:t>Dheeraj Lakkakula</a:t>
            </a:r>
            <a:endParaRPr lang="en-GB" dirty="0"/>
          </a:p>
        </p:txBody>
      </p:sp>
    </p:spTree>
    <p:extLst>
      <p:ext uri="{BB962C8B-B14F-4D97-AF65-F5344CB8AC3E}">
        <p14:creationId xmlns:p14="http://schemas.microsoft.com/office/powerpoint/2010/main" val="1928620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FD36D-004B-89B5-A239-CEFBA5B6AD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B526B4-DC5E-F57A-0251-5D5EC9EAE073}"/>
              </a:ext>
            </a:extLst>
          </p:cNvPr>
          <p:cNvSpPr>
            <a:spLocks noGrp="1"/>
          </p:cNvSpPr>
          <p:nvPr>
            <p:ph type="title"/>
          </p:nvPr>
        </p:nvSpPr>
        <p:spPr/>
        <p:txBody>
          <a:bodyPr rtlCol="0"/>
          <a:lstStyle/>
          <a:p>
            <a:pPr rtl="0"/>
            <a:r>
              <a:rPr lang="en-GB" dirty="0"/>
              <a:t>How Spark Executes - step by step example</a:t>
            </a:r>
            <a:br>
              <a:rPr lang="en-GB" dirty="0"/>
            </a:br>
            <a:r>
              <a:rPr lang="en-GB" dirty="0"/>
              <a:t>(Lazy Evaluation, DAG, RDD)</a:t>
            </a:r>
          </a:p>
        </p:txBody>
      </p:sp>
      <p:sp>
        <p:nvSpPr>
          <p:cNvPr id="4" name="Content Placeholder 3">
            <a:extLst>
              <a:ext uri="{FF2B5EF4-FFF2-40B4-BE49-F238E27FC236}">
                <a16:creationId xmlns:a16="http://schemas.microsoft.com/office/drawing/2014/main" id="{BD0AF53D-8B11-5236-EAB1-F5AC5300CE5A}"/>
              </a:ext>
            </a:extLst>
          </p:cNvPr>
          <p:cNvSpPr>
            <a:spLocks noGrp="1"/>
          </p:cNvSpPr>
          <p:nvPr>
            <p:ph idx="1"/>
          </p:nvPr>
        </p:nvSpPr>
        <p:spPr>
          <a:xfrm>
            <a:off x="251520" y="1694415"/>
            <a:ext cx="8818512" cy="4686913"/>
          </a:xfrm>
        </p:spPr>
        <p:txBody>
          <a:bodyPr>
            <a:normAutofit lnSpcReduction="10000"/>
          </a:bodyPr>
          <a:lstStyle/>
          <a:p>
            <a:r>
              <a:rPr lang="en-GB" sz="1600" dirty="0">
                <a:latin typeface="Calibri" panose="020F0502020204030204" pitchFamily="34" charset="0"/>
                <a:ea typeface="Calibri" panose="020F0502020204030204" pitchFamily="34" charset="0"/>
                <a:cs typeface="Calibri" panose="020F0502020204030204" pitchFamily="34" charset="0"/>
              </a:rPr>
              <a:t>In 3</a:t>
            </a:r>
            <a:r>
              <a:rPr lang="en-GB" sz="1600" baseline="30000" dirty="0">
                <a:latin typeface="Calibri" panose="020F0502020204030204" pitchFamily="34" charset="0"/>
                <a:ea typeface="Calibri" panose="020F0502020204030204" pitchFamily="34" charset="0"/>
                <a:cs typeface="Calibri" panose="020F0502020204030204" pitchFamily="34" charset="0"/>
              </a:rPr>
              <a:t>rd</a:t>
            </a:r>
            <a:r>
              <a:rPr lang="en-GB" sz="1600" dirty="0">
                <a:latin typeface="Calibri" panose="020F0502020204030204" pitchFamily="34" charset="0"/>
                <a:ea typeface="Calibri" panose="020F0502020204030204" pitchFamily="34" charset="0"/>
                <a:cs typeface="Calibri" panose="020F0502020204030204" pitchFamily="34" charset="0"/>
              </a:rPr>
              <a:t> step, Group by transformation is applied, still it is                                                                                                                                                                                                             Lazy, it won't execute this transformation, it just creates                                                                                                             a DAG (logical </a:t>
            </a:r>
            <a:r>
              <a:rPr lang="en-GB" sz="1600" dirty="0">
                <a:solidFill>
                  <a:schemeClr val="tx1"/>
                </a:solidFill>
                <a:latin typeface="Calibri" panose="020F0502020204030204" pitchFamily="34" charset="0"/>
                <a:ea typeface="Calibri" panose="020F0502020204030204" pitchFamily="34" charset="0"/>
                <a:cs typeface="Calibri" panose="020F0502020204030204" pitchFamily="34" charset="0"/>
              </a:rPr>
              <a:t>plan</a:t>
            </a:r>
            <a:r>
              <a:rPr lang="en-GB" sz="1600" dirty="0">
                <a:latin typeface="Calibri" panose="020F0502020204030204" pitchFamily="34" charset="0"/>
                <a:ea typeface="Calibri" panose="020F0502020204030204" pitchFamily="34" charset="0"/>
                <a:cs typeface="Calibri" panose="020F0502020204030204" pitchFamily="34" charset="0"/>
              </a:rPr>
              <a:t>)  as shown below</a:t>
            </a:r>
          </a:p>
          <a:p>
            <a:r>
              <a:rPr lang="en-GB" sz="1600" dirty="0">
                <a:latin typeface="Calibri" panose="020F0502020204030204" pitchFamily="34" charset="0"/>
                <a:ea typeface="Calibri" panose="020F0502020204030204" pitchFamily="34" charset="0"/>
                <a:cs typeface="Calibri" panose="020F0502020204030204" pitchFamily="34" charset="0"/>
              </a:rPr>
              <a:t>The whole spark code is not executed directly, it creates a                                                                                            DAG as shown.</a:t>
            </a:r>
          </a:p>
          <a:p>
            <a:r>
              <a:rPr lang="en-GB" sz="1600" dirty="0">
                <a:latin typeface="Calibri" panose="020F0502020204030204" pitchFamily="34" charset="0"/>
                <a:ea typeface="Calibri" panose="020F0502020204030204" pitchFamily="34" charset="0"/>
                <a:cs typeface="Calibri" panose="020F0502020204030204" pitchFamily="34" charset="0"/>
              </a:rPr>
              <a:t>Driver program divides the DAG into multiple stages. These 3 stages                                                             divides into multiple tasks based on the partitions of the data.</a:t>
            </a:r>
          </a:p>
          <a:p>
            <a:r>
              <a:rPr lang="en-GB" sz="1600" dirty="0">
                <a:latin typeface="Calibri" panose="020F0502020204030204" pitchFamily="34" charset="0"/>
                <a:ea typeface="Calibri" panose="020F0502020204030204" pitchFamily="34" charset="0"/>
                <a:cs typeface="Calibri" panose="020F0502020204030204" pitchFamily="34" charset="0"/>
              </a:rPr>
              <a:t>Driver program gives the logical plan and partitions of data (RDD’s) to the                                                                worker nodes</a:t>
            </a:r>
          </a:p>
          <a:p>
            <a:r>
              <a:rPr lang="en-GB" sz="1600" dirty="0">
                <a:latin typeface="Calibri" panose="020F0502020204030204" pitchFamily="34" charset="0"/>
                <a:ea typeface="Calibri" panose="020F0502020204030204" pitchFamily="34" charset="0"/>
                <a:cs typeface="Calibri" panose="020F0502020204030204" pitchFamily="34" charset="0"/>
              </a:rPr>
              <a:t>For Eg: if a csv file splits into 2 partitions, 2 tasks for each stage. So, total                                                            of 6 tasks to process all 3 stages, Driver program splits and assigns these                                                            stages and tasks to worker nodes. </a:t>
            </a:r>
          </a:p>
          <a:p>
            <a:r>
              <a:rPr lang="en-GB" sz="1600" dirty="0">
                <a:latin typeface="Calibri" panose="020F0502020204030204" pitchFamily="34" charset="0"/>
                <a:ea typeface="Calibri" panose="020F0502020204030204" pitchFamily="34" charset="0"/>
                <a:cs typeface="Calibri" panose="020F0502020204030204" pitchFamily="34" charset="0"/>
              </a:rPr>
              <a:t>The whole DAG plan will be executed only when </a:t>
            </a:r>
            <a:r>
              <a:rPr lang="en-GB" sz="1600" b="1" dirty="0">
                <a:solidFill>
                  <a:srgbClr val="C00000"/>
                </a:solidFill>
                <a:latin typeface="Calibri" panose="020F0502020204030204" pitchFamily="34" charset="0"/>
                <a:ea typeface="Calibri" panose="020F0502020204030204" pitchFamily="34" charset="0"/>
                <a:cs typeface="Calibri" panose="020F0502020204030204" pitchFamily="34" charset="0"/>
              </a:rPr>
              <a:t>ACTION</a:t>
            </a:r>
            <a:r>
              <a:rPr lang="en-GB" sz="1600" dirty="0">
                <a:latin typeface="Calibri" panose="020F0502020204030204" pitchFamily="34" charset="0"/>
                <a:ea typeface="Calibri" panose="020F0502020204030204" pitchFamily="34" charset="0"/>
                <a:cs typeface="Calibri" panose="020F0502020204030204" pitchFamily="34" charset="0"/>
              </a:rPr>
              <a:t> command is                                                                   called. This is </a:t>
            </a:r>
            <a:r>
              <a:rPr lang="en-GB" sz="1600" b="1" dirty="0">
                <a:solidFill>
                  <a:srgbClr val="C00000"/>
                </a:solidFill>
                <a:latin typeface="Calibri" panose="020F0502020204030204" pitchFamily="34" charset="0"/>
                <a:ea typeface="Calibri" panose="020F0502020204030204" pitchFamily="34" charset="0"/>
                <a:cs typeface="Calibri" panose="020F0502020204030204" pitchFamily="34" charset="0"/>
              </a:rPr>
              <a:t>LAZY Evaluation</a:t>
            </a:r>
            <a:r>
              <a:rPr lang="en-GB" sz="1600" dirty="0">
                <a:latin typeface="Calibri" panose="020F0502020204030204" pitchFamily="34" charset="0"/>
                <a:ea typeface="Calibri" panose="020F0502020204030204" pitchFamily="34" charset="0"/>
                <a:cs typeface="Calibri" panose="020F0502020204030204" pitchFamily="34" charset="0"/>
              </a:rPr>
              <a:t>, Because of this spark internally optimizes                                                                the order of transformations.</a:t>
            </a:r>
          </a:p>
          <a:p>
            <a:r>
              <a:rPr lang="en-GB" sz="1600" dirty="0">
                <a:latin typeface="Calibri" panose="020F0502020204030204" pitchFamily="34" charset="0"/>
                <a:ea typeface="Calibri" panose="020F0502020204030204" pitchFamily="34" charset="0"/>
                <a:cs typeface="Calibri" panose="020F0502020204030204" pitchFamily="34" charset="0"/>
              </a:rPr>
              <a:t>Some Examples of ACTION commands are collect(), display(), show() etc.</a:t>
            </a:r>
          </a:p>
          <a:p>
            <a:r>
              <a:rPr lang="en-GB" sz="1600" dirty="0">
                <a:latin typeface="Calibri" panose="020F0502020204030204" pitchFamily="34" charset="0"/>
                <a:ea typeface="Calibri" panose="020F0502020204030204" pitchFamily="34" charset="0"/>
                <a:cs typeface="Calibri" panose="020F0502020204030204" pitchFamily="34" charset="0"/>
              </a:rPr>
              <a:t>Finally, </a:t>
            </a:r>
            <a:r>
              <a:rPr lang="en-GB" sz="1600" dirty="0" err="1">
                <a:latin typeface="Calibri" panose="020F0502020204030204" pitchFamily="34" charset="0"/>
                <a:ea typeface="Calibri" panose="020F0502020204030204" pitchFamily="34" charset="0"/>
                <a:cs typeface="Calibri" panose="020F0502020204030204" pitchFamily="34" charset="0"/>
              </a:rPr>
              <a:t>agg.show</a:t>
            </a:r>
            <a:r>
              <a:rPr lang="en-GB" sz="1600" dirty="0">
                <a:latin typeface="Calibri" panose="020F0502020204030204" pitchFamily="34" charset="0"/>
                <a:ea typeface="Calibri" panose="020F0502020204030204" pitchFamily="34" charset="0"/>
                <a:cs typeface="Calibri" panose="020F0502020204030204" pitchFamily="34" charset="0"/>
              </a:rPr>
              <a:t>(), will execute the whole DAG logical plan and gives the output.                                          </a:t>
            </a:r>
          </a:p>
        </p:txBody>
      </p:sp>
      <p:pic>
        <p:nvPicPr>
          <p:cNvPr id="5" name="Picture 4" descr="A computer code on a black background&#10;&#10;AI-generated content may be incorrect.">
            <a:extLst>
              <a:ext uri="{FF2B5EF4-FFF2-40B4-BE49-F238E27FC236}">
                <a16:creationId xmlns:a16="http://schemas.microsoft.com/office/drawing/2014/main" id="{D5E4EA38-9497-E5EB-5B8C-B3D27C2F328A}"/>
              </a:ext>
            </a:extLst>
          </p:cNvPr>
          <p:cNvPicPr>
            <a:picLocks noChangeAspect="1"/>
          </p:cNvPicPr>
          <p:nvPr/>
        </p:nvPicPr>
        <p:blipFill>
          <a:blip r:embed="rId3"/>
          <a:stretch>
            <a:fillRect/>
          </a:stretch>
        </p:blipFill>
        <p:spPr>
          <a:xfrm>
            <a:off x="5508104" y="1700808"/>
            <a:ext cx="3561928" cy="1009791"/>
          </a:xfrm>
          <a:prstGeom prst="rect">
            <a:avLst/>
          </a:prstGeom>
        </p:spPr>
      </p:pic>
      <p:sp>
        <p:nvSpPr>
          <p:cNvPr id="8" name="Rectangle 7">
            <a:extLst>
              <a:ext uri="{FF2B5EF4-FFF2-40B4-BE49-F238E27FC236}">
                <a16:creationId xmlns:a16="http://schemas.microsoft.com/office/drawing/2014/main" id="{97C1F7B2-CEB8-03D1-61B8-71552B6B0402}"/>
              </a:ext>
            </a:extLst>
          </p:cNvPr>
          <p:cNvSpPr/>
          <p:nvPr/>
        </p:nvSpPr>
        <p:spPr>
          <a:xfrm>
            <a:off x="6623369" y="3068960"/>
            <a:ext cx="2232248" cy="236663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GB"/>
          </a:p>
        </p:txBody>
      </p:sp>
      <p:sp>
        <p:nvSpPr>
          <p:cNvPr id="9" name="Rectangle 8">
            <a:extLst>
              <a:ext uri="{FF2B5EF4-FFF2-40B4-BE49-F238E27FC236}">
                <a16:creationId xmlns:a16="http://schemas.microsoft.com/office/drawing/2014/main" id="{B3A106DC-E8B9-F8DB-4EE7-7B85A0F44214}"/>
              </a:ext>
            </a:extLst>
          </p:cNvPr>
          <p:cNvSpPr/>
          <p:nvPr/>
        </p:nvSpPr>
        <p:spPr>
          <a:xfrm>
            <a:off x="7138240" y="3212976"/>
            <a:ext cx="1152128" cy="50237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sz="1000" dirty="0"/>
              <a:t>Read the file</a:t>
            </a:r>
          </a:p>
        </p:txBody>
      </p:sp>
      <p:sp>
        <p:nvSpPr>
          <p:cNvPr id="10" name="Rectangle 9">
            <a:extLst>
              <a:ext uri="{FF2B5EF4-FFF2-40B4-BE49-F238E27FC236}">
                <a16:creationId xmlns:a16="http://schemas.microsoft.com/office/drawing/2014/main" id="{80FF8078-1183-D167-7099-7FE092146311}"/>
              </a:ext>
            </a:extLst>
          </p:cNvPr>
          <p:cNvSpPr/>
          <p:nvPr/>
        </p:nvSpPr>
        <p:spPr>
          <a:xfrm>
            <a:off x="6929403" y="3933056"/>
            <a:ext cx="1620180" cy="50237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sz="1000" dirty="0"/>
              <a:t>Filter and Select </a:t>
            </a:r>
          </a:p>
          <a:p>
            <a:pPr algn="ctr"/>
            <a:r>
              <a:rPr lang="en-GB" sz="1000" dirty="0"/>
              <a:t>(Narrow Transformation)</a:t>
            </a:r>
          </a:p>
        </p:txBody>
      </p:sp>
      <p:sp>
        <p:nvSpPr>
          <p:cNvPr id="11" name="Rectangle 10">
            <a:extLst>
              <a:ext uri="{FF2B5EF4-FFF2-40B4-BE49-F238E27FC236}">
                <a16:creationId xmlns:a16="http://schemas.microsoft.com/office/drawing/2014/main" id="{EA2022AF-2642-5D00-C037-EE180FF2BC7C}"/>
              </a:ext>
            </a:extLst>
          </p:cNvPr>
          <p:cNvSpPr/>
          <p:nvPr/>
        </p:nvSpPr>
        <p:spPr>
          <a:xfrm>
            <a:off x="6929403" y="4758959"/>
            <a:ext cx="1710190" cy="502378"/>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sz="1000" dirty="0"/>
              <a:t>Group By </a:t>
            </a:r>
            <a:br>
              <a:rPr lang="en-GB" sz="1000" dirty="0"/>
            </a:br>
            <a:r>
              <a:rPr lang="en-GB" sz="1000" dirty="0"/>
              <a:t>(Wide Transformation)</a:t>
            </a:r>
          </a:p>
        </p:txBody>
      </p:sp>
      <p:sp>
        <p:nvSpPr>
          <p:cNvPr id="12" name="Subtitle 2">
            <a:extLst>
              <a:ext uri="{FF2B5EF4-FFF2-40B4-BE49-F238E27FC236}">
                <a16:creationId xmlns:a16="http://schemas.microsoft.com/office/drawing/2014/main" id="{41163BCB-9953-8490-E3DC-1CA0363FE83E}"/>
              </a:ext>
            </a:extLst>
          </p:cNvPr>
          <p:cNvSpPr txBox="1">
            <a:spLocks/>
          </p:cNvSpPr>
          <p:nvPr/>
        </p:nvSpPr>
        <p:spPr>
          <a:xfrm>
            <a:off x="6753552" y="6513762"/>
            <a:ext cx="3073631" cy="407640"/>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350"/>
              </a:spcBef>
              <a:buSzPct val="100000"/>
              <a:buFont typeface="Arial" pitchFamily="34" charset="0"/>
              <a:buNone/>
              <a:defRPr sz="1500" kern="1200" cap="all" baseline="0">
                <a:solidFill>
                  <a:schemeClr val="tx1">
                    <a:lumMod val="50000"/>
                    <a:lumOff val="50000"/>
                  </a:schemeClr>
                </a:solidFill>
                <a:latin typeface="+mn-lt"/>
                <a:ea typeface="+mn-ea"/>
                <a:cs typeface="+mn-cs"/>
              </a:defRPr>
            </a:lvl1pPr>
            <a:lvl2pPr marL="342900" indent="0" algn="ctr" defTabSz="685800" rtl="0" eaLnBrk="1" latinLnBrk="0" hangingPunct="1">
              <a:lnSpc>
                <a:spcPct val="90000"/>
              </a:lnSpc>
              <a:spcBef>
                <a:spcPts val="450"/>
              </a:spcBef>
              <a:buSzPct val="100000"/>
              <a:buFont typeface="Arial" pitchFamily="34" charset="0"/>
              <a:buNone/>
              <a:defRPr sz="1500" kern="1200">
                <a:solidFill>
                  <a:schemeClr val="tx1">
                    <a:lumMod val="75000"/>
                    <a:lumOff val="25000"/>
                  </a:schemeClr>
                </a:solidFill>
                <a:latin typeface="+mn-lt"/>
                <a:ea typeface="+mn-ea"/>
                <a:cs typeface="+mn-cs"/>
              </a:defRPr>
            </a:lvl2pPr>
            <a:lvl3pPr marL="685800" indent="0" algn="ctr" defTabSz="685800" rtl="0" eaLnBrk="1" latinLnBrk="0" hangingPunct="1">
              <a:lnSpc>
                <a:spcPct val="90000"/>
              </a:lnSpc>
              <a:spcBef>
                <a:spcPts val="450"/>
              </a:spcBef>
              <a:buSzPct val="100000"/>
              <a:buFont typeface="Arial" pitchFamily="34" charset="0"/>
              <a:buNone/>
              <a:defRPr sz="1350" kern="1200">
                <a:solidFill>
                  <a:schemeClr val="tx1">
                    <a:lumMod val="75000"/>
                    <a:lumOff val="25000"/>
                  </a:schemeClr>
                </a:solidFill>
                <a:latin typeface="+mn-lt"/>
                <a:ea typeface="+mn-ea"/>
                <a:cs typeface="+mn-cs"/>
              </a:defRPr>
            </a:lvl3pPr>
            <a:lvl4pPr marL="1028700" indent="0" algn="ctr" defTabSz="685800" rtl="0" eaLnBrk="1" latinLnBrk="0" hangingPunct="1">
              <a:lnSpc>
                <a:spcPct val="90000"/>
              </a:lnSpc>
              <a:spcBef>
                <a:spcPts val="450"/>
              </a:spcBef>
              <a:buSzPct val="100000"/>
              <a:buFont typeface="Arial" pitchFamily="34" charset="0"/>
              <a:buNone/>
              <a:defRPr sz="1200" kern="1200">
                <a:solidFill>
                  <a:schemeClr val="tx1">
                    <a:lumMod val="75000"/>
                    <a:lumOff val="25000"/>
                  </a:schemeClr>
                </a:solidFill>
                <a:latin typeface="+mn-lt"/>
                <a:ea typeface="+mn-ea"/>
                <a:cs typeface="+mn-cs"/>
              </a:defRPr>
            </a:lvl4pPr>
            <a:lvl5pPr marL="1371600" indent="0" algn="ctr" defTabSz="685800" rtl="0" eaLnBrk="1" latinLnBrk="0" hangingPunct="1">
              <a:lnSpc>
                <a:spcPct val="90000"/>
              </a:lnSpc>
              <a:spcBef>
                <a:spcPts val="450"/>
              </a:spcBef>
              <a:buSzPct val="100000"/>
              <a:buFont typeface="Arial" pitchFamily="34" charset="0"/>
              <a:buNone/>
              <a:defRPr sz="1200" kern="1200">
                <a:solidFill>
                  <a:schemeClr val="tx1">
                    <a:lumMod val="75000"/>
                    <a:lumOff val="25000"/>
                  </a:schemeClr>
                </a:solidFill>
                <a:latin typeface="+mn-lt"/>
                <a:ea typeface="+mn-ea"/>
                <a:cs typeface="+mn-cs"/>
              </a:defRPr>
            </a:lvl5pPr>
            <a:lvl6pPr marL="17145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6pPr>
            <a:lvl7pPr marL="20574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7pPr>
            <a:lvl8pPr marL="24003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8pPr>
            <a:lvl9pPr marL="27432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9pPr>
          </a:lstStyle>
          <a:p>
            <a:r>
              <a:rPr lang="en-GB" dirty="0"/>
              <a:t>By </a:t>
            </a:r>
            <a:r>
              <a:rPr lang="en-GB" dirty="0">
                <a:hlinkClick r:id="rId4"/>
              </a:rPr>
              <a:t>Dheeraj Lakkakula</a:t>
            </a:r>
            <a:endParaRPr lang="en-GB" dirty="0"/>
          </a:p>
        </p:txBody>
      </p:sp>
      <p:cxnSp>
        <p:nvCxnSpPr>
          <p:cNvPr id="14" name="Straight Arrow Connector 13">
            <a:extLst>
              <a:ext uri="{FF2B5EF4-FFF2-40B4-BE49-F238E27FC236}">
                <a16:creationId xmlns:a16="http://schemas.microsoft.com/office/drawing/2014/main" id="{A6D56B11-CD79-DB1F-D840-A20B322D1838}"/>
              </a:ext>
            </a:extLst>
          </p:cNvPr>
          <p:cNvCxnSpPr>
            <a:stCxn id="9" idx="2"/>
          </p:cNvCxnSpPr>
          <p:nvPr/>
        </p:nvCxnSpPr>
        <p:spPr>
          <a:xfrm>
            <a:off x="7714304" y="3715354"/>
            <a:ext cx="0" cy="2177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A1B77D8-0616-23BA-4EF9-13A5D6EF3E08}"/>
              </a:ext>
            </a:extLst>
          </p:cNvPr>
          <p:cNvCxnSpPr>
            <a:cxnSpLocks/>
          </p:cNvCxnSpPr>
          <p:nvPr/>
        </p:nvCxnSpPr>
        <p:spPr>
          <a:xfrm>
            <a:off x="7731160" y="4435434"/>
            <a:ext cx="0" cy="323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16343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dirty="0"/>
              <a:t>RDD (Resilient Distributed Dataset) vs DataFrame </a:t>
            </a:r>
          </a:p>
        </p:txBody>
      </p:sp>
      <p:sp>
        <p:nvSpPr>
          <p:cNvPr id="8" name="Content Placeholder 7">
            <a:extLst>
              <a:ext uri="{FF2B5EF4-FFF2-40B4-BE49-F238E27FC236}">
                <a16:creationId xmlns:a16="http://schemas.microsoft.com/office/drawing/2014/main" id="{84189447-A10B-7D49-B6DF-83BD228D40A0}"/>
              </a:ext>
            </a:extLst>
          </p:cNvPr>
          <p:cNvSpPr>
            <a:spLocks noGrp="1"/>
          </p:cNvSpPr>
          <p:nvPr>
            <p:ph sz="half" idx="1"/>
          </p:nvPr>
        </p:nvSpPr>
        <p:spPr>
          <a:xfrm>
            <a:off x="800100" y="1825625"/>
            <a:ext cx="8092380" cy="2062103"/>
          </a:xfrm>
        </p:spPr>
        <p:txBody>
          <a:bodyPr>
            <a:normAutofit/>
          </a:bodyPr>
          <a:lstStyle/>
          <a:p>
            <a:r>
              <a:rPr lang="en-GB" sz="1600" dirty="0">
                <a:latin typeface="Calibri" panose="020F0502020204030204" pitchFamily="34" charset="0"/>
                <a:ea typeface="Calibri" panose="020F0502020204030204" pitchFamily="34" charset="0"/>
                <a:cs typeface="Calibri" panose="020F0502020204030204" pitchFamily="34" charset="0"/>
              </a:rPr>
              <a:t>Both these are Spark APIs, RDD is </a:t>
            </a:r>
            <a:r>
              <a:rPr lang="en-GB" sz="1600" dirty="0">
                <a:solidFill>
                  <a:srgbClr val="C00000"/>
                </a:solidFill>
                <a:latin typeface="Calibri" panose="020F0502020204030204" pitchFamily="34" charset="0"/>
                <a:ea typeface="Calibri" panose="020F0502020204030204" pitchFamily="34" charset="0"/>
                <a:cs typeface="Calibri" panose="020F0502020204030204" pitchFamily="34" charset="0"/>
              </a:rPr>
              <a:t>IMMUTABLE</a:t>
            </a:r>
            <a:r>
              <a:rPr lang="en-GB" sz="1600" dirty="0">
                <a:latin typeface="Calibri" panose="020F0502020204030204" pitchFamily="34" charset="0"/>
                <a:ea typeface="Calibri" panose="020F0502020204030204" pitchFamily="34" charset="0"/>
                <a:cs typeface="Calibri" panose="020F0502020204030204" pitchFamily="34" charset="0"/>
              </a:rPr>
              <a:t> , means a new RDD is created when a new transformation occurs </a:t>
            </a:r>
          </a:p>
          <a:p>
            <a:r>
              <a:rPr lang="en-GB" sz="1600" dirty="0">
                <a:latin typeface="Calibri" panose="020F0502020204030204" pitchFamily="34" charset="0"/>
                <a:ea typeface="Calibri" panose="020F0502020204030204" pitchFamily="34" charset="0"/>
                <a:cs typeface="Calibri" panose="020F0502020204030204" pitchFamily="34" charset="0"/>
              </a:rPr>
              <a:t>RDD is  </a:t>
            </a:r>
            <a:r>
              <a:rPr lang="en-GB" sz="1600" dirty="0">
                <a:solidFill>
                  <a:srgbClr val="C00000"/>
                </a:solidFill>
                <a:latin typeface="Calibri" panose="020F0502020204030204" pitchFamily="34" charset="0"/>
                <a:ea typeface="Calibri" panose="020F0502020204030204" pitchFamily="34" charset="0"/>
                <a:cs typeface="Calibri" panose="020F0502020204030204" pitchFamily="34" charset="0"/>
              </a:rPr>
              <a:t>FAULT TOLERANT, </a:t>
            </a:r>
            <a:r>
              <a:rPr lang="en-GB" sz="1600" dirty="0">
                <a:latin typeface="Calibri" panose="020F0502020204030204" pitchFamily="34" charset="0"/>
                <a:ea typeface="Calibri" panose="020F0502020204030204" pitchFamily="34" charset="0"/>
                <a:cs typeface="Calibri" panose="020F0502020204030204" pitchFamily="34" charset="0"/>
              </a:rPr>
              <a:t>means any (RDD fails), If a partition is lost due to executor failure, Spark recomputes only that partition using the previous transformation because of DAG</a:t>
            </a:r>
            <a:r>
              <a:rPr lang="en-GB" sz="1600" dirty="0"/>
              <a:t>.</a:t>
            </a:r>
            <a:endParaRPr lang="en-GB" sz="1600" dirty="0">
              <a:latin typeface="Calibri" panose="020F0502020204030204" pitchFamily="34" charset="0"/>
              <a:ea typeface="Calibri" panose="020F0502020204030204" pitchFamily="34" charset="0"/>
              <a:cs typeface="Calibri" panose="020F0502020204030204" pitchFamily="34" charset="0"/>
            </a:endParaRPr>
          </a:p>
          <a:p>
            <a:r>
              <a:rPr lang="en-GB" sz="1600" dirty="0">
                <a:latin typeface="Calibri" panose="020F0502020204030204" pitchFamily="34" charset="0"/>
                <a:ea typeface="Calibri" panose="020F0502020204030204" pitchFamily="34" charset="0"/>
                <a:cs typeface="Calibri" panose="020F0502020204030204" pitchFamily="34" charset="0"/>
              </a:rPr>
              <a:t>Every RDD keeps track of where it come from, This is RDD’s Lineage.</a:t>
            </a:r>
          </a:p>
          <a:p>
            <a:r>
              <a:rPr lang="en-GB" sz="1600" dirty="0">
                <a:latin typeface="Calibri" panose="020F0502020204030204" pitchFamily="34" charset="0"/>
                <a:ea typeface="Calibri" panose="020F0502020204030204" pitchFamily="34" charset="0"/>
                <a:cs typeface="Calibri" panose="020F0502020204030204" pitchFamily="34" charset="0"/>
              </a:rPr>
              <a:t>In practice: we use </a:t>
            </a:r>
            <a:r>
              <a:rPr lang="en-GB" sz="1600" dirty="0" err="1">
                <a:latin typeface="Calibri" panose="020F0502020204030204" pitchFamily="34" charset="0"/>
                <a:ea typeface="Calibri" panose="020F0502020204030204" pitchFamily="34" charset="0"/>
                <a:cs typeface="Calibri" panose="020F0502020204030204" pitchFamily="34" charset="0"/>
              </a:rPr>
              <a:t>DataFrames</a:t>
            </a:r>
            <a:r>
              <a:rPr lang="en-GB" sz="1600" dirty="0">
                <a:latin typeface="Calibri" panose="020F0502020204030204" pitchFamily="34" charset="0"/>
                <a:ea typeface="Calibri" panose="020F0502020204030204" pitchFamily="34" charset="0"/>
                <a:cs typeface="Calibri" panose="020F0502020204030204" pitchFamily="34" charset="0"/>
              </a:rPr>
              <a:t>, Spark executes using RDDs internally.</a:t>
            </a:r>
          </a:p>
          <a:p>
            <a:endParaRPr lang="en-GB" sz="1600" dirty="0">
              <a:latin typeface="Calibri" panose="020F0502020204030204" pitchFamily="34" charset="0"/>
              <a:ea typeface="Calibri" panose="020F0502020204030204" pitchFamily="34" charset="0"/>
              <a:cs typeface="Calibri" panose="020F0502020204030204" pitchFamily="34" charset="0"/>
            </a:endParaRPr>
          </a:p>
          <a:p>
            <a:endParaRPr lang="en-GB" dirty="0"/>
          </a:p>
        </p:txBody>
      </p:sp>
      <p:sp>
        <p:nvSpPr>
          <p:cNvPr id="12" name="TextBox 11">
            <a:extLst>
              <a:ext uri="{FF2B5EF4-FFF2-40B4-BE49-F238E27FC236}">
                <a16:creationId xmlns:a16="http://schemas.microsoft.com/office/drawing/2014/main" id="{C2400E64-BAF1-F42C-125B-F04CFA09EA4E}"/>
              </a:ext>
            </a:extLst>
          </p:cNvPr>
          <p:cNvSpPr txBox="1"/>
          <p:nvPr/>
        </p:nvSpPr>
        <p:spPr>
          <a:xfrm>
            <a:off x="4536504" y="4056166"/>
            <a:ext cx="4355976" cy="2062103"/>
          </a:xfrm>
          <a:prstGeom prst="rect">
            <a:avLst/>
          </a:prstGeom>
          <a:noFill/>
        </p:spPr>
        <p:txBody>
          <a:bodyPr wrap="square">
            <a:spAutoFit/>
          </a:bodyPr>
          <a:lstStyle/>
          <a:p>
            <a:r>
              <a:rPr lang="en-GB" sz="1600" b="1" dirty="0">
                <a:latin typeface="Calibri" panose="020F0502020204030204" pitchFamily="34" charset="0"/>
                <a:ea typeface="Calibri" panose="020F0502020204030204" pitchFamily="34" charset="0"/>
                <a:cs typeface="Calibri" panose="020F0502020204030204" pitchFamily="34" charset="0"/>
              </a:rPr>
              <a:t>DataFrame ( Extension to RDD)</a:t>
            </a:r>
          </a:p>
          <a:p>
            <a:pPr marL="285750" indent="-2857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High-level Spark API</a:t>
            </a:r>
          </a:p>
          <a:p>
            <a:pPr marL="285750" indent="-2857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Data is </a:t>
            </a:r>
            <a:r>
              <a:rPr lang="en-GB" sz="1600" b="1" dirty="0">
                <a:latin typeface="Calibri" panose="020F0502020204030204" pitchFamily="34" charset="0"/>
                <a:ea typeface="Calibri" panose="020F0502020204030204" pitchFamily="34" charset="0"/>
                <a:cs typeface="Calibri" panose="020F0502020204030204" pitchFamily="34" charset="0"/>
              </a:rPr>
              <a:t>structured</a:t>
            </a:r>
            <a:r>
              <a:rPr lang="en-GB" sz="1600" dirty="0">
                <a:latin typeface="Calibri" panose="020F0502020204030204" pitchFamily="34" charset="0"/>
                <a:ea typeface="Calibri" panose="020F0502020204030204" pitchFamily="34" charset="0"/>
                <a:cs typeface="Calibri" panose="020F0502020204030204" pitchFamily="34" charset="0"/>
              </a:rPr>
              <a:t> (rows + columns + schema)</a:t>
            </a:r>
          </a:p>
          <a:p>
            <a:pPr marL="285750" indent="-2857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Uses </a:t>
            </a:r>
            <a:r>
              <a:rPr lang="en-GB" sz="1600" b="1" dirty="0">
                <a:latin typeface="Calibri" panose="020F0502020204030204" pitchFamily="34" charset="0"/>
                <a:ea typeface="Calibri" panose="020F0502020204030204" pitchFamily="34" charset="0"/>
                <a:cs typeface="Calibri" panose="020F0502020204030204" pitchFamily="34" charset="0"/>
              </a:rPr>
              <a:t>SQL-style operations</a:t>
            </a:r>
            <a:r>
              <a:rPr lang="en-GB" sz="1600" dirty="0">
                <a:latin typeface="Calibri" panose="020F0502020204030204" pitchFamily="34" charset="0"/>
                <a:ea typeface="Calibri" panose="020F0502020204030204" pitchFamily="34" charset="0"/>
                <a:cs typeface="Calibri" panose="020F0502020204030204" pitchFamily="34" charset="0"/>
              </a:rPr>
              <a:t> (select, filter, groupBy)</a:t>
            </a:r>
          </a:p>
          <a:p>
            <a:pPr marL="285750" indent="-2857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Optimized by </a:t>
            </a:r>
            <a:r>
              <a:rPr lang="en-GB" sz="1600" b="1" dirty="0">
                <a:latin typeface="Calibri" panose="020F0502020204030204" pitchFamily="34" charset="0"/>
                <a:ea typeface="Calibri" panose="020F0502020204030204" pitchFamily="34" charset="0"/>
                <a:cs typeface="Calibri" panose="020F0502020204030204" pitchFamily="34" charset="0"/>
              </a:rPr>
              <a:t>Catalyst Optimizer</a:t>
            </a:r>
            <a:endParaRPr lang="en-GB" sz="16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Better performance &amp; less code</a:t>
            </a:r>
          </a:p>
          <a:p>
            <a:pPr marL="285750" indent="-285750">
              <a:buFont typeface="Arial" panose="020B0604020202020204" pitchFamily="34" charset="0"/>
              <a:buChar char="•"/>
            </a:pPr>
            <a:r>
              <a:rPr lang="en-GB" sz="1600" b="1" dirty="0">
                <a:latin typeface="Calibri" panose="020F0502020204030204" pitchFamily="34" charset="0"/>
                <a:ea typeface="Calibri" panose="020F0502020204030204" pitchFamily="34" charset="0"/>
                <a:cs typeface="Calibri" panose="020F0502020204030204" pitchFamily="34" charset="0"/>
              </a:rPr>
              <a:t>Default choice</a:t>
            </a:r>
            <a:r>
              <a:rPr lang="en-GB" sz="1600" dirty="0">
                <a:latin typeface="Calibri" panose="020F0502020204030204" pitchFamily="34" charset="0"/>
                <a:ea typeface="Calibri" panose="020F0502020204030204" pitchFamily="34" charset="0"/>
                <a:cs typeface="Calibri" panose="020F0502020204030204" pitchFamily="34" charset="0"/>
              </a:rPr>
              <a:t> in real-world Spark jobs</a:t>
            </a:r>
          </a:p>
        </p:txBody>
      </p:sp>
      <p:sp>
        <p:nvSpPr>
          <p:cNvPr id="18" name="TextBox 17">
            <a:extLst>
              <a:ext uri="{FF2B5EF4-FFF2-40B4-BE49-F238E27FC236}">
                <a16:creationId xmlns:a16="http://schemas.microsoft.com/office/drawing/2014/main" id="{0170A054-D134-8CCD-EB3F-360765C435B5}"/>
              </a:ext>
            </a:extLst>
          </p:cNvPr>
          <p:cNvSpPr txBox="1"/>
          <p:nvPr/>
        </p:nvSpPr>
        <p:spPr>
          <a:xfrm>
            <a:off x="395536" y="3933056"/>
            <a:ext cx="3816424" cy="2308324"/>
          </a:xfrm>
          <a:prstGeom prst="rect">
            <a:avLst/>
          </a:prstGeom>
          <a:noFill/>
        </p:spPr>
        <p:txBody>
          <a:bodyPr wrap="square">
            <a:spAutoFit/>
          </a:bodyPr>
          <a:lstStyle/>
          <a:p>
            <a:pPr>
              <a:buNone/>
            </a:pPr>
            <a:r>
              <a:rPr lang="en-GB" sz="1600" b="1" dirty="0">
                <a:latin typeface="Calibri" panose="020F0502020204030204" pitchFamily="34" charset="0"/>
                <a:ea typeface="Calibri" panose="020F0502020204030204" pitchFamily="34" charset="0"/>
                <a:cs typeface="Calibri" panose="020F0502020204030204" pitchFamily="34" charset="0"/>
              </a:rPr>
              <a:t>RDD</a:t>
            </a:r>
          </a:p>
          <a:p>
            <a:pPr marL="285750" indent="-2857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Low-level Spark API</a:t>
            </a:r>
          </a:p>
          <a:p>
            <a:pPr marL="285750" indent="-2857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Data is unstructured (no columns, no schema)</a:t>
            </a:r>
          </a:p>
          <a:p>
            <a:pPr marL="285750" indent="-2857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Uses functional transformations (map, flat Map)</a:t>
            </a:r>
          </a:p>
          <a:p>
            <a:pPr marL="285750" indent="-2857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No query optimization</a:t>
            </a:r>
          </a:p>
          <a:p>
            <a:pPr marL="285750" indent="-2857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More control, but harder to optimize</a:t>
            </a:r>
          </a:p>
          <a:p>
            <a:pPr marL="285750" indent="-2857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Mostly used in legacy or edge cases</a:t>
            </a:r>
          </a:p>
        </p:txBody>
      </p:sp>
      <p:sp>
        <p:nvSpPr>
          <p:cNvPr id="19" name="Subtitle 2">
            <a:extLst>
              <a:ext uri="{FF2B5EF4-FFF2-40B4-BE49-F238E27FC236}">
                <a16:creationId xmlns:a16="http://schemas.microsoft.com/office/drawing/2014/main" id="{15BE614E-4ACE-8208-4BBF-4A28E59DD323}"/>
              </a:ext>
            </a:extLst>
          </p:cNvPr>
          <p:cNvSpPr txBox="1">
            <a:spLocks/>
          </p:cNvSpPr>
          <p:nvPr/>
        </p:nvSpPr>
        <p:spPr>
          <a:xfrm>
            <a:off x="6807084" y="6478961"/>
            <a:ext cx="3073631" cy="407640"/>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350"/>
              </a:spcBef>
              <a:buSzPct val="100000"/>
              <a:buFont typeface="Arial" pitchFamily="34" charset="0"/>
              <a:buNone/>
              <a:defRPr sz="1500" kern="1200" cap="all" baseline="0">
                <a:solidFill>
                  <a:schemeClr val="tx1">
                    <a:lumMod val="50000"/>
                    <a:lumOff val="50000"/>
                  </a:schemeClr>
                </a:solidFill>
                <a:latin typeface="+mn-lt"/>
                <a:ea typeface="+mn-ea"/>
                <a:cs typeface="+mn-cs"/>
              </a:defRPr>
            </a:lvl1pPr>
            <a:lvl2pPr marL="342900" indent="0" algn="ctr" defTabSz="685800" rtl="0" eaLnBrk="1" latinLnBrk="0" hangingPunct="1">
              <a:lnSpc>
                <a:spcPct val="90000"/>
              </a:lnSpc>
              <a:spcBef>
                <a:spcPts val="450"/>
              </a:spcBef>
              <a:buSzPct val="100000"/>
              <a:buFont typeface="Arial" pitchFamily="34" charset="0"/>
              <a:buNone/>
              <a:defRPr sz="1500" kern="1200">
                <a:solidFill>
                  <a:schemeClr val="tx1">
                    <a:lumMod val="75000"/>
                    <a:lumOff val="25000"/>
                  </a:schemeClr>
                </a:solidFill>
                <a:latin typeface="+mn-lt"/>
                <a:ea typeface="+mn-ea"/>
                <a:cs typeface="+mn-cs"/>
              </a:defRPr>
            </a:lvl2pPr>
            <a:lvl3pPr marL="685800" indent="0" algn="ctr" defTabSz="685800" rtl="0" eaLnBrk="1" latinLnBrk="0" hangingPunct="1">
              <a:lnSpc>
                <a:spcPct val="90000"/>
              </a:lnSpc>
              <a:spcBef>
                <a:spcPts val="450"/>
              </a:spcBef>
              <a:buSzPct val="100000"/>
              <a:buFont typeface="Arial" pitchFamily="34" charset="0"/>
              <a:buNone/>
              <a:defRPr sz="1350" kern="1200">
                <a:solidFill>
                  <a:schemeClr val="tx1">
                    <a:lumMod val="75000"/>
                    <a:lumOff val="25000"/>
                  </a:schemeClr>
                </a:solidFill>
                <a:latin typeface="+mn-lt"/>
                <a:ea typeface="+mn-ea"/>
                <a:cs typeface="+mn-cs"/>
              </a:defRPr>
            </a:lvl3pPr>
            <a:lvl4pPr marL="1028700" indent="0" algn="ctr" defTabSz="685800" rtl="0" eaLnBrk="1" latinLnBrk="0" hangingPunct="1">
              <a:lnSpc>
                <a:spcPct val="90000"/>
              </a:lnSpc>
              <a:spcBef>
                <a:spcPts val="450"/>
              </a:spcBef>
              <a:buSzPct val="100000"/>
              <a:buFont typeface="Arial" pitchFamily="34" charset="0"/>
              <a:buNone/>
              <a:defRPr sz="1200" kern="1200">
                <a:solidFill>
                  <a:schemeClr val="tx1">
                    <a:lumMod val="75000"/>
                    <a:lumOff val="25000"/>
                  </a:schemeClr>
                </a:solidFill>
                <a:latin typeface="+mn-lt"/>
                <a:ea typeface="+mn-ea"/>
                <a:cs typeface="+mn-cs"/>
              </a:defRPr>
            </a:lvl4pPr>
            <a:lvl5pPr marL="1371600" indent="0" algn="ctr" defTabSz="685800" rtl="0" eaLnBrk="1" latinLnBrk="0" hangingPunct="1">
              <a:lnSpc>
                <a:spcPct val="90000"/>
              </a:lnSpc>
              <a:spcBef>
                <a:spcPts val="450"/>
              </a:spcBef>
              <a:buSzPct val="100000"/>
              <a:buFont typeface="Arial" pitchFamily="34" charset="0"/>
              <a:buNone/>
              <a:defRPr sz="1200" kern="1200">
                <a:solidFill>
                  <a:schemeClr val="tx1">
                    <a:lumMod val="75000"/>
                    <a:lumOff val="25000"/>
                  </a:schemeClr>
                </a:solidFill>
                <a:latin typeface="+mn-lt"/>
                <a:ea typeface="+mn-ea"/>
                <a:cs typeface="+mn-cs"/>
              </a:defRPr>
            </a:lvl5pPr>
            <a:lvl6pPr marL="17145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6pPr>
            <a:lvl7pPr marL="20574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7pPr>
            <a:lvl8pPr marL="24003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8pPr>
            <a:lvl9pPr marL="27432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9pPr>
          </a:lstStyle>
          <a:p>
            <a:r>
              <a:rPr lang="en-GB" dirty="0"/>
              <a:t>By </a:t>
            </a:r>
            <a:r>
              <a:rPr lang="en-GB" dirty="0">
                <a:hlinkClick r:id="rId3"/>
              </a:rPr>
              <a:t>Dheeraj Lakkakula</a:t>
            </a:r>
            <a:endParaRPr lang="en-GB" dirty="0"/>
          </a:p>
        </p:txBody>
      </p:sp>
    </p:spTree>
    <p:extLst>
      <p:ext uri="{BB962C8B-B14F-4D97-AF65-F5344CB8AC3E}">
        <p14:creationId xmlns:p14="http://schemas.microsoft.com/office/powerpoint/2010/main" val="273862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7E323-44FA-E66E-6513-D3D06C9F7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5020FC-094A-C128-EC56-6E6AD96DD7CC}"/>
              </a:ext>
            </a:extLst>
          </p:cNvPr>
          <p:cNvSpPr>
            <a:spLocks noGrp="1"/>
          </p:cNvSpPr>
          <p:nvPr>
            <p:ph type="title"/>
          </p:nvPr>
        </p:nvSpPr>
        <p:spPr/>
        <p:txBody>
          <a:bodyPr rtlCol="0"/>
          <a:lstStyle/>
          <a:p>
            <a:pPr rtl="0"/>
            <a:r>
              <a:rPr lang="en-GB" dirty="0"/>
              <a:t>Magic commands in Databricks</a:t>
            </a:r>
          </a:p>
        </p:txBody>
      </p:sp>
      <p:sp>
        <p:nvSpPr>
          <p:cNvPr id="8" name="Content Placeholder 7">
            <a:extLst>
              <a:ext uri="{FF2B5EF4-FFF2-40B4-BE49-F238E27FC236}">
                <a16:creationId xmlns:a16="http://schemas.microsoft.com/office/drawing/2014/main" id="{F54D9928-B6EB-8A25-1BE9-0AF6903094B7}"/>
              </a:ext>
            </a:extLst>
          </p:cNvPr>
          <p:cNvSpPr>
            <a:spLocks noGrp="1"/>
          </p:cNvSpPr>
          <p:nvPr>
            <p:ph sz="half" idx="1"/>
          </p:nvPr>
        </p:nvSpPr>
        <p:spPr>
          <a:xfrm>
            <a:off x="251520" y="1825625"/>
            <a:ext cx="8640960" cy="2062103"/>
          </a:xfrm>
        </p:spPr>
        <p:txBody>
          <a:bodyPr>
            <a:normAutofit/>
          </a:bodyPr>
          <a:lstStyle/>
          <a:p>
            <a:r>
              <a:rPr lang="en-GB" sz="1600" dirty="0">
                <a:latin typeface="Calibri" panose="020F0502020204030204" pitchFamily="34" charset="0"/>
                <a:ea typeface="Calibri" panose="020F0502020204030204" pitchFamily="34" charset="0"/>
                <a:cs typeface="Calibri" panose="020F0502020204030204" pitchFamily="34" charset="0"/>
              </a:rPr>
              <a:t>These are Notebook-level commands, these tell Databricks how to interpret a cell</a:t>
            </a:r>
          </a:p>
          <a:p>
            <a:r>
              <a:rPr lang="en-GB" sz="1600" dirty="0">
                <a:latin typeface="Calibri" panose="020F0502020204030204" pitchFamily="34" charset="0"/>
                <a:ea typeface="Calibri" panose="020F0502020204030204" pitchFamily="34" charset="0"/>
                <a:cs typeface="Calibri" panose="020F0502020204030204" pitchFamily="34" charset="0"/>
              </a:rPr>
              <a:t>Some of the mostly used magic commands are :</a:t>
            </a:r>
          </a:p>
          <a:p>
            <a:pPr marL="0" indent="0">
              <a:buNone/>
            </a:pPr>
            <a:r>
              <a:rPr lang="en-GB" sz="1600" dirty="0">
                <a:latin typeface="Calibri" panose="020F0502020204030204" pitchFamily="34" charset="0"/>
                <a:ea typeface="Calibri" panose="020F0502020204030204" pitchFamily="34" charset="0"/>
                <a:cs typeface="Calibri" panose="020F0502020204030204" pitchFamily="34" charset="0"/>
              </a:rPr>
              <a:t>   </a:t>
            </a:r>
          </a:p>
          <a:p>
            <a:pPr marL="0" indent="0">
              <a:buNone/>
            </a:pPr>
            <a:r>
              <a:rPr lang="en-GB" sz="1600" dirty="0">
                <a:latin typeface="Calibri" panose="020F0502020204030204" pitchFamily="34" charset="0"/>
                <a:ea typeface="Calibri" panose="020F0502020204030204" pitchFamily="34" charset="0"/>
                <a:cs typeface="Calibri" panose="020F0502020204030204" pitchFamily="34" charset="0"/>
              </a:rPr>
              <a:t>           </a:t>
            </a:r>
          </a:p>
          <a:p>
            <a:endParaRPr lang="en-GB" dirty="0"/>
          </a:p>
        </p:txBody>
      </p:sp>
      <p:sp>
        <p:nvSpPr>
          <p:cNvPr id="19" name="Subtitle 2">
            <a:extLst>
              <a:ext uri="{FF2B5EF4-FFF2-40B4-BE49-F238E27FC236}">
                <a16:creationId xmlns:a16="http://schemas.microsoft.com/office/drawing/2014/main" id="{D155B87E-8A48-B3EA-AAA1-CF45B6CA4596}"/>
              </a:ext>
            </a:extLst>
          </p:cNvPr>
          <p:cNvSpPr txBox="1">
            <a:spLocks/>
          </p:cNvSpPr>
          <p:nvPr/>
        </p:nvSpPr>
        <p:spPr>
          <a:xfrm>
            <a:off x="6807084" y="6478961"/>
            <a:ext cx="3073631" cy="407640"/>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350"/>
              </a:spcBef>
              <a:buSzPct val="100000"/>
              <a:buFont typeface="Arial" pitchFamily="34" charset="0"/>
              <a:buNone/>
              <a:defRPr sz="1500" kern="1200" cap="all" baseline="0">
                <a:solidFill>
                  <a:schemeClr val="tx1">
                    <a:lumMod val="50000"/>
                    <a:lumOff val="50000"/>
                  </a:schemeClr>
                </a:solidFill>
                <a:latin typeface="+mn-lt"/>
                <a:ea typeface="+mn-ea"/>
                <a:cs typeface="+mn-cs"/>
              </a:defRPr>
            </a:lvl1pPr>
            <a:lvl2pPr marL="342900" indent="0" algn="ctr" defTabSz="685800" rtl="0" eaLnBrk="1" latinLnBrk="0" hangingPunct="1">
              <a:lnSpc>
                <a:spcPct val="90000"/>
              </a:lnSpc>
              <a:spcBef>
                <a:spcPts val="450"/>
              </a:spcBef>
              <a:buSzPct val="100000"/>
              <a:buFont typeface="Arial" pitchFamily="34" charset="0"/>
              <a:buNone/>
              <a:defRPr sz="1500" kern="1200">
                <a:solidFill>
                  <a:schemeClr val="tx1">
                    <a:lumMod val="75000"/>
                    <a:lumOff val="25000"/>
                  </a:schemeClr>
                </a:solidFill>
                <a:latin typeface="+mn-lt"/>
                <a:ea typeface="+mn-ea"/>
                <a:cs typeface="+mn-cs"/>
              </a:defRPr>
            </a:lvl2pPr>
            <a:lvl3pPr marL="685800" indent="0" algn="ctr" defTabSz="685800" rtl="0" eaLnBrk="1" latinLnBrk="0" hangingPunct="1">
              <a:lnSpc>
                <a:spcPct val="90000"/>
              </a:lnSpc>
              <a:spcBef>
                <a:spcPts val="450"/>
              </a:spcBef>
              <a:buSzPct val="100000"/>
              <a:buFont typeface="Arial" pitchFamily="34" charset="0"/>
              <a:buNone/>
              <a:defRPr sz="1350" kern="1200">
                <a:solidFill>
                  <a:schemeClr val="tx1">
                    <a:lumMod val="75000"/>
                    <a:lumOff val="25000"/>
                  </a:schemeClr>
                </a:solidFill>
                <a:latin typeface="+mn-lt"/>
                <a:ea typeface="+mn-ea"/>
                <a:cs typeface="+mn-cs"/>
              </a:defRPr>
            </a:lvl3pPr>
            <a:lvl4pPr marL="1028700" indent="0" algn="ctr" defTabSz="685800" rtl="0" eaLnBrk="1" latinLnBrk="0" hangingPunct="1">
              <a:lnSpc>
                <a:spcPct val="90000"/>
              </a:lnSpc>
              <a:spcBef>
                <a:spcPts val="450"/>
              </a:spcBef>
              <a:buSzPct val="100000"/>
              <a:buFont typeface="Arial" pitchFamily="34" charset="0"/>
              <a:buNone/>
              <a:defRPr sz="1200" kern="1200">
                <a:solidFill>
                  <a:schemeClr val="tx1">
                    <a:lumMod val="75000"/>
                    <a:lumOff val="25000"/>
                  </a:schemeClr>
                </a:solidFill>
                <a:latin typeface="+mn-lt"/>
                <a:ea typeface="+mn-ea"/>
                <a:cs typeface="+mn-cs"/>
              </a:defRPr>
            </a:lvl4pPr>
            <a:lvl5pPr marL="1371600" indent="0" algn="ctr" defTabSz="685800" rtl="0" eaLnBrk="1" latinLnBrk="0" hangingPunct="1">
              <a:lnSpc>
                <a:spcPct val="90000"/>
              </a:lnSpc>
              <a:spcBef>
                <a:spcPts val="450"/>
              </a:spcBef>
              <a:buSzPct val="100000"/>
              <a:buFont typeface="Arial" pitchFamily="34" charset="0"/>
              <a:buNone/>
              <a:defRPr sz="1200" kern="1200">
                <a:solidFill>
                  <a:schemeClr val="tx1">
                    <a:lumMod val="75000"/>
                    <a:lumOff val="25000"/>
                  </a:schemeClr>
                </a:solidFill>
                <a:latin typeface="+mn-lt"/>
                <a:ea typeface="+mn-ea"/>
                <a:cs typeface="+mn-cs"/>
              </a:defRPr>
            </a:lvl5pPr>
            <a:lvl6pPr marL="17145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6pPr>
            <a:lvl7pPr marL="20574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7pPr>
            <a:lvl8pPr marL="24003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8pPr>
            <a:lvl9pPr marL="27432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9pPr>
          </a:lstStyle>
          <a:p>
            <a:r>
              <a:rPr lang="en-GB" dirty="0"/>
              <a:t>By </a:t>
            </a:r>
            <a:r>
              <a:rPr lang="en-GB" dirty="0">
                <a:hlinkClick r:id="rId3"/>
              </a:rPr>
              <a:t>Dheeraj Lakkakula</a:t>
            </a:r>
            <a:endParaRPr lang="en-GB" dirty="0"/>
          </a:p>
        </p:txBody>
      </p:sp>
      <p:graphicFrame>
        <p:nvGraphicFramePr>
          <p:cNvPr id="4" name="Table 3">
            <a:extLst>
              <a:ext uri="{FF2B5EF4-FFF2-40B4-BE49-F238E27FC236}">
                <a16:creationId xmlns:a16="http://schemas.microsoft.com/office/drawing/2014/main" id="{752B631C-4A73-010C-D374-16B9CABD4586}"/>
              </a:ext>
            </a:extLst>
          </p:cNvPr>
          <p:cNvGraphicFramePr>
            <a:graphicFrameLocks noGrp="1"/>
          </p:cNvGraphicFramePr>
          <p:nvPr/>
        </p:nvGraphicFramePr>
        <p:xfrm>
          <a:off x="1143000" y="3223260"/>
          <a:ext cx="6858000" cy="1783080"/>
        </p:xfrm>
        <a:graphic>
          <a:graphicData uri="http://schemas.openxmlformats.org/drawingml/2006/table">
            <a:tbl>
              <a:tblPr/>
              <a:tblGrid>
                <a:gridCol w="3429000">
                  <a:extLst>
                    <a:ext uri="{9D8B030D-6E8A-4147-A177-3AD203B41FA5}">
                      <a16:colId xmlns:a16="http://schemas.microsoft.com/office/drawing/2014/main" val="3946415169"/>
                    </a:ext>
                  </a:extLst>
                </a:gridCol>
                <a:gridCol w="3429000">
                  <a:extLst>
                    <a:ext uri="{9D8B030D-6E8A-4147-A177-3AD203B41FA5}">
                      <a16:colId xmlns:a16="http://schemas.microsoft.com/office/drawing/2014/main" val="1542232730"/>
                    </a:ext>
                  </a:extLst>
                </a:gridCol>
              </a:tblGrid>
              <a:tr h="0">
                <a:tc>
                  <a:txBody>
                    <a:bodyPr/>
                    <a:lstStyle/>
                    <a:p>
                      <a:pPr>
                        <a:buNone/>
                      </a:pPr>
                      <a:r>
                        <a:rPr lang="en-GB"/>
                        <a:t>Command</a:t>
                      </a:r>
                    </a:p>
                  </a:txBody>
                  <a:tcPr anchor="ctr">
                    <a:lnL>
                      <a:noFill/>
                    </a:lnL>
                    <a:lnR>
                      <a:noFill/>
                    </a:lnR>
                    <a:lnT>
                      <a:noFill/>
                    </a:lnT>
                    <a:lnB>
                      <a:noFill/>
                    </a:lnB>
                    <a:noFill/>
                  </a:tcPr>
                </a:tc>
                <a:tc>
                  <a:txBody>
                    <a:bodyPr/>
                    <a:lstStyle/>
                    <a:p>
                      <a:pPr>
                        <a:buNone/>
                      </a:pPr>
                      <a:r>
                        <a:rPr lang="en-GB"/>
                        <a:t>Purpose</a:t>
                      </a:r>
                    </a:p>
                  </a:txBody>
                  <a:tcPr anchor="ctr">
                    <a:lnL>
                      <a:noFill/>
                    </a:lnL>
                    <a:lnR>
                      <a:noFill/>
                    </a:lnR>
                    <a:lnT>
                      <a:noFill/>
                    </a:lnT>
                    <a:lnB>
                      <a:noFill/>
                    </a:lnB>
                    <a:noFill/>
                  </a:tcPr>
                </a:tc>
                <a:extLst>
                  <a:ext uri="{0D108BD9-81ED-4DB2-BD59-A6C34878D82A}">
                    <a16:rowId xmlns:a16="http://schemas.microsoft.com/office/drawing/2014/main" val="620098850"/>
                  </a:ext>
                </a:extLst>
              </a:tr>
              <a:tr h="0">
                <a:tc>
                  <a:txBody>
                    <a:bodyPr/>
                    <a:lstStyle/>
                    <a:p>
                      <a:pPr>
                        <a:buNone/>
                      </a:pPr>
                      <a:r>
                        <a:rPr lang="en-GB"/>
                        <a:t>%python</a:t>
                      </a:r>
                    </a:p>
                  </a:txBody>
                  <a:tcPr anchor="ctr">
                    <a:lnL>
                      <a:noFill/>
                    </a:lnL>
                    <a:lnR>
                      <a:noFill/>
                    </a:lnR>
                    <a:lnT>
                      <a:noFill/>
                    </a:lnT>
                    <a:lnB>
                      <a:noFill/>
                    </a:lnB>
                    <a:noFill/>
                  </a:tcPr>
                </a:tc>
                <a:tc>
                  <a:txBody>
                    <a:bodyPr/>
                    <a:lstStyle/>
                    <a:p>
                      <a:pPr>
                        <a:buNone/>
                      </a:pPr>
                      <a:r>
                        <a:rPr lang="en-GB"/>
                        <a:t>Run PySpark / Python code</a:t>
                      </a:r>
                    </a:p>
                  </a:txBody>
                  <a:tcPr anchor="ctr">
                    <a:lnL>
                      <a:noFill/>
                    </a:lnL>
                    <a:lnR>
                      <a:noFill/>
                    </a:lnR>
                    <a:lnT>
                      <a:noFill/>
                    </a:lnT>
                    <a:lnB>
                      <a:noFill/>
                    </a:lnB>
                    <a:noFill/>
                  </a:tcPr>
                </a:tc>
                <a:extLst>
                  <a:ext uri="{0D108BD9-81ED-4DB2-BD59-A6C34878D82A}">
                    <a16:rowId xmlns:a16="http://schemas.microsoft.com/office/drawing/2014/main" val="1032828219"/>
                  </a:ext>
                </a:extLst>
              </a:tr>
              <a:tr h="0">
                <a:tc>
                  <a:txBody>
                    <a:bodyPr/>
                    <a:lstStyle/>
                    <a:p>
                      <a:pPr>
                        <a:buNone/>
                      </a:pPr>
                      <a:r>
                        <a:rPr lang="en-GB"/>
                        <a:t>%sql</a:t>
                      </a:r>
                    </a:p>
                  </a:txBody>
                  <a:tcPr anchor="ctr">
                    <a:lnL>
                      <a:noFill/>
                    </a:lnL>
                    <a:lnR>
                      <a:noFill/>
                    </a:lnR>
                    <a:lnT>
                      <a:noFill/>
                    </a:lnT>
                    <a:lnB>
                      <a:noFill/>
                    </a:lnB>
                    <a:noFill/>
                  </a:tcPr>
                </a:tc>
                <a:tc>
                  <a:txBody>
                    <a:bodyPr/>
                    <a:lstStyle/>
                    <a:p>
                      <a:pPr>
                        <a:buNone/>
                      </a:pPr>
                      <a:r>
                        <a:rPr lang="en-GB"/>
                        <a:t>Run Spark SQL queries</a:t>
                      </a:r>
                    </a:p>
                  </a:txBody>
                  <a:tcPr anchor="ctr">
                    <a:lnL>
                      <a:noFill/>
                    </a:lnL>
                    <a:lnR>
                      <a:noFill/>
                    </a:lnR>
                    <a:lnT>
                      <a:noFill/>
                    </a:lnT>
                    <a:lnB>
                      <a:noFill/>
                    </a:lnB>
                    <a:noFill/>
                  </a:tcPr>
                </a:tc>
                <a:extLst>
                  <a:ext uri="{0D108BD9-81ED-4DB2-BD59-A6C34878D82A}">
                    <a16:rowId xmlns:a16="http://schemas.microsoft.com/office/drawing/2014/main" val="1744475073"/>
                  </a:ext>
                </a:extLst>
              </a:tr>
              <a:tr h="0">
                <a:tc>
                  <a:txBody>
                    <a:bodyPr/>
                    <a:lstStyle/>
                    <a:p>
                      <a:pPr>
                        <a:buNone/>
                      </a:pPr>
                      <a:r>
                        <a:rPr lang="en-GB"/>
                        <a:t>%fs</a:t>
                      </a:r>
                    </a:p>
                  </a:txBody>
                  <a:tcPr anchor="ctr">
                    <a:lnL>
                      <a:noFill/>
                    </a:lnL>
                    <a:lnR>
                      <a:noFill/>
                    </a:lnR>
                    <a:lnT>
                      <a:noFill/>
                    </a:lnT>
                    <a:lnB>
                      <a:noFill/>
                    </a:lnB>
                    <a:noFill/>
                  </a:tcPr>
                </a:tc>
                <a:tc>
                  <a:txBody>
                    <a:bodyPr/>
                    <a:lstStyle/>
                    <a:p>
                      <a:pPr>
                        <a:buNone/>
                      </a:pPr>
                      <a:r>
                        <a:rPr lang="en-GB"/>
                        <a:t>Work with DBFS (list, copy files)</a:t>
                      </a:r>
                    </a:p>
                  </a:txBody>
                  <a:tcPr anchor="ctr">
                    <a:lnL>
                      <a:noFill/>
                    </a:lnL>
                    <a:lnR>
                      <a:noFill/>
                    </a:lnR>
                    <a:lnT>
                      <a:noFill/>
                    </a:lnT>
                    <a:lnB>
                      <a:noFill/>
                    </a:lnB>
                    <a:noFill/>
                  </a:tcPr>
                </a:tc>
                <a:extLst>
                  <a:ext uri="{0D108BD9-81ED-4DB2-BD59-A6C34878D82A}">
                    <a16:rowId xmlns:a16="http://schemas.microsoft.com/office/drawing/2014/main" val="1162994299"/>
                  </a:ext>
                </a:extLst>
              </a:tr>
              <a:tr h="0">
                <a:tc>
                  <a:txBody>
                    <a:bodyPr/>
                    <a:lstStyle/>
                    <a:p>
                      <a:pPr>
                        <a:buNone/>
                      </a:pPr>
                      <a:r>
                        <a:rPr lang="en-GB"/>
                        <a:t>%sh</a:t>
                      </a:r>
                    </a:p>
                  </a:txBody>
                  <a:tcPr anchor="ctr">
                    <a:lnL>
                      <a:noFill/>
                    </a:lnL>
                    <a:lnR>
                      <a:noFill/>
                    </a:lnR>
                    <a:lnT>
                      <a:noFill/>
                    </a:lnT>
                    <a:lnB>
                      <a:noFill/>
                    </a:lnB>
                    <a:noFill/>
                  </a:tcPr>
                </a:tc>
                <a:tc>
                  <a:txBody>
                    <a:bodyPr/>
                    <a:lstStyle/>
                    <a:p>
                      <a:pPr>
                        <a:buNone/>
                      </a:pPr>
                      <a:r>
                        <a:rPr lang="en-GB"/>
                        <a:t>Run shell (bash) commands on driver node</a:t>
                      </a:r>
                    </a:p>
                  </a:txBody>
                  <a:tcPr anchor="ctr">
                    <a:lnL>
                      <a:noFill/>
                    </a:lnL>
                    <a:lnR>
                      <a:noFill/>
                    </a:lnR>
                    <a:lnT>
                      <a:noFill/>
                    </a:lnT>
                    <a:lnB>
                      <a:noFill/>
                    </a:lnB>
                    <a:noFill/>
                  </a:tcPr>
                </a:tc>
                <a:extLst>
                  <a:ext uri="{0D108BD9-81ED-4DB2-BD59-A6C34878D82A}">
                    <a16:rowId xmlns:a16="http://schemas.microsoft.com/office/drawing/2014/main" val="2033821597"/>
                  </a:ext>
                </a:extLst>
              </a:tr>
              <a:tr h="0">
                <a:tc>
                  <a:txBody>
                    <a:bodyPr/>
                    <a:lstStyle/>
                    <a:p>
                      <a:pPr>
                        <a:buNone/>
                      </a:pPr>
                      <a:r>
                        <a:rPr lang="en-GB"/>
                        <a:t>%md</a:t>
                      </a:r>
                    </a:p>
                  </a:txBody>
                  <a:tcPr anchor="ctr">
                    <a:lnL>
                      <a:noFill/>
                    </a:lnL>
                    <a:lnR>
                      <a:noFill/>
                    </a:lnR>
                    <a:lnT>
                      <a:noFill/>
                    </a:lnT>
                    <a:lnB>
                      <a:noFill/>
                    </a:lnB>
                    <a:noFill/>
                  </a:tcPr>
                </a:tc>
                <a:tc>
                  <a:txBody>
                    <a:bodyPr/>
                    <a:lstStyle/>
                    <a:p>
                      <a:pPr>
                        <a:buNone/>
                      </a:pPr>
                      <a:r>
                        <a:rPr lang="en-GB" dirty="0"/>
                        <a:t>Add Markdown documentation</a:t>
                      </a:r>
                    </a:p>
                  </a:txBody>
                  <a:tcPr anchor="ctr">
                    <a:lnL>
                      <a:noFill/>
                    </a:lnL>
                    <a:lnR>
                      <a:noFill/>
                    </a:lnR>
                    <a:lnT>
                      <a:noFill/>
                    </a:lnT>
                    <a:lnB>
                      <a:noFill/>
                    </a:lnB>
                    <a:noFill/>
                  </a:tcPr>
                </a:tc>
                <a:extLst>
                  <a:ext uri="{0D108BD9-81ED-4DB2-BD59-A6C34878D82A}">
                    <a16:rowId xmlns:a16="http://schemas.microsoft.com/office/drawing/2014/main" val="2879190152"/>
                  </a:ext>
                </a:extLst>
              </a:tr>
            </a:tbl>
          </a:graphicData>
        </a:graphic>
      </p:graphicFrame>
    </p:spTree>
    <p:extLst>
      <p:ext uri="{BB962C8B-B14F-4D97-AF65-F5344CB8AC3E}">
        <p14:creationId xmlns:p14="http://schemas.microsoft.com/office/powerpoint/2010/main" val="262127525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EA284-494E-CE1E-EBDD-E206C8BA35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2E00B8-2E01-1BA8-2826-C6358A2F7905}"/>
              </a:ext>
            </a:extLst>
          </p:cNvPr>
          <p:cNvSpPr>
            <a:spLocks noGrp="1"/>
          </p:cNvSpPr>
          <p:nvPr>
            <p:ph type="title"/>
          </p:nvPr>
        </p:nvSpPr>
        <p:spPr/>
        <p:txBody>
          <a:bodyPr rtlCol="0"/>
          <a:lstStyle/>
          <a:p>
            <a:pPr rtl="0"/>
            <a:r>
              <a:rPr lang="en-GB" dirty="0"/>
              <a:t>Basic Operations PySpark</a:t>
            </a:r>
          </a:p>
        </p:txBody>
      </p:sp>
      <p:sp>
        <p:nvSpPr>
          <p:cNvPr id="19" name="Subtitle 2">
            <a:extLst>
              <a:ext uri="{FF2B5EF4-FFF2-40B4-BE49-F238E27FC236}">
                <a16:creationId xmlns:a16="http://schemas.microsoft.com/office/drawing/2014/main" id="{2F3853BA-7959-CAAC-CD3F-AC8E2D9784B2}"/>
              </a:ext>
            </a:extLst>
          </p:cNvPr>
          <p:cNvSpPr txBox="1">
            <a:spLocks/>
          </p:cNvSpPr>
          <p:nvPr/>
        </p:nvSpPr>
        <p:spPr>
          <a:xfrm>
            <a:off x="6807084" y="6478961"/>
            <a:ext cx="3073631" cy="407640"/>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350"/>
              </a:spcBef>
              <a:buSzPct val="100000"/>
              <a:buFont typeface="Arial" pitchFamily="34" charset="0"/>
              <a:buNone/>
              <a:defRPr sz="1500" kern="1200" cap="all" baseline="0">
                <a:solidFill>
                  <a:schemeClr val="tx1">
                    <a:lumMod val="50000"/>
                    <a:lumOff val="50000"/>
                  </a:schemeClr>
                </a:solidFill>
                <a:latin typeface="+mn-lt"/>
                <a:ea typeface="+mn-ea"/>
                <a:cs typeface="+mn-cs"/>
              </a:defRPr>
            </a:lvl1pPr>
            <a:lvl2pPr marL="342900" indent="0" algn="ctr" defTabSz="685800" rtl="0" eaLnBrk="1" latinLnBrk="0" hangingPunct="1">
              <a:lnSpc>
                <a:spcPct val="90000"/>
              </a:lnSpc>
              <a:spcBef>
                <a:spcPts val="450"/>
              </a:spcBef>
              <a:buSzPct val="100000"/>
              <a:buFont typeface="Arial" pitchFamily="34" charset="0"/>
              <a:buNone/>
              <a:defRPr sz="1500" kern="1200">
                <a:solidFill>
                  <a:schemeClr val="tx1">
                    <a:lumMod val="75000"/>
                    <a:lumOff val="25000"/>
                  </a:schemeClr>
                </a:solidFill>
                <a:latin typeface="+mn-lt"/>
                <a:ea typeface="+mn-ea"/>
                <a:cs typeface="+mn-cs"/>
              </a:defRPr>
            </a:lvl2pPr>
            <a:lvl3pPr marL="685800" indent="0" algn="ctr" defTabSz="685800" rtl="0" eaLnBrk="1" latinLnBrk="0" hangingPunct="1">
              <a:lnSpc>
                <a:spcPct val="90000"/>
              </a:lnSpc>
              <a:spcBef>
                <a:spcPts val="450"/>
              </a:spcBef>
              <a:buSzPct val="100000"/>
              <a:buFont typeface="Arial" pitchFamily="34" charset="0"/>
              <a:buNone/>
              <a:defRPr sz="1350" kern="1200">
                <a:solidFill>
                  <a:schemeClr val="tx1">
                    <a:lumMod val="75000"/>
                    <a:lumOff val="25000"/>
                  </a:schemeClr>
                </a:solidFill>
                <a:latin typeface="+mn-lt"/>
                <a:ea typeface="+mn-ea"/>
                <a:cs typeface="+mn-cs"/>
              </a:defRPr>
            </a:lvl3pPr>
            <a:lvl4pPr marL="1028700" indent="0" algn="ctr" defTabSz="685800" rtl="0" eaLnBrk="1" latinLnBrk="0" hangingPunct="1">
              <a:lnSpc>
                <a:spcPct val="90000"/>
              </a:lnSpc>
              <a:spcBef>
                <a:spcPts val="450"/>
              </a:spcBef>
              <a:buSzPct val="100000"/>
              <a:buFont typeface="Arial" pitchFamily="34" charset="0"/>
              <a:buNone/>
              <a:defRPr sz="1200" kern="1200">
                <a:solidFill>
                  <a:schemeClr val="tx1">
                    <a:lumMod val="75000"/>
                    <a:lumOff val="25000"/>
                  </a:schemeClr>
                </a:solidFill>
                <a:latin typeface="+mn-lt"/>
                <a:ea typeface="+mn-ea"/>
                <a:cs typeface="+mn-cs"/>
              </a:defRPr>
            </a:lvl4pPr>
            <a:lvl5pPr marL="1371600" indent="0" algn="ctr" defTabSz="685800" rtl="0" eaLnBrk="1" latinLnBrk="0" hangingPunct="1">
              <a:lnSpc>
                <a:spcPct val="90000"/>
              </a:lnSpc>
              <a:spcBef>
                <a:spcPts val="450"/>
              </a:spcBef>
              <a:buSzPct val="100000"/>
              <a:buFont typeface="Arial" pitchFamily="34" charset="0"/>
              <a:buNone/>
              <a:defRPr sz="1200" kern="1200">
                <a:solidFill>
                  <a:schemeClr val="tx1">
                    <a:lumMod val="75000"/>
                    <a:lumOff val="25000"/>
                  </a:schemeClr>
                </a:solidFill>
                <a:latin typeface="+mn-lt"/>
                <a:ea typeface="+mn-ea"/>
                <a:cs typeface="+mn-cs"/>
              </a:defRPr>
            </a:lvl5pPr>
            <a:lvl6pPr marL="17145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6pPr>
            <a:lvl7pPr marL="20574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7pPr>
            <a:lvl8pPr marL="24003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8pPr>
            <a:lvl9pPr marL="27432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9pPr>
          </a:lstStyle>
          <a:p>
            <a:r>
              <a:rPr lang="en-GB" dirty="0"/>
              <a:t>By </a:t>
            </a:r>
            <a:r>
              <a:rPr lang="en-GB" dirty="0">
                <a:hlinkClick r:id="rId3"/>
              </a:rPr>
              <a:t>Dheeraj Lakkakula</a:t>
            </a:r>
            <a:endParaRPr lang="en-GB" dirty="0"/>
          </a:p>
        </p:txBody>
      </p:sp>
      <p:pic>
        <p:nvPicPr>
          <p:cNvPr id="6" name="Picture 5" descr="A screenshot of a computer&#10;&#10;AI-generated content may be incorrect.">
            <a:extLst>
              <a:ext uri="{FF2B5EF4-FFF2-40B4-BE49-F238E27FC236}">
                <a16:creationId xmlns:a16="http://schemas.microsoft.com/office/drawing/2014/main" id="{C6BBAF66-EA4E-EACC-A8E4-6D5992981A36}"/>
              </a:ext>
            </a:extLst>
          </p:cNvPr>
          <p:cNvPicPr>
            <a:picLocks noChangeAspect="1"/>
          </p:cNvPicPr>
          <p:nvPr/>
        </p:nvPicPr>
        <p:blipFill>
          <a:blip r:embed="rId4"/>
          <a:stretch>
            <a:fillRect/>
          </a:stretch>
        </p:blipFill>
        <p:spPr>
          <a:xfrm>
            <a:off x="705830" y="1772816"/>
            <a:ext cx="7732340" cy="3749693"/>
          </a:xfrm>
          <a:prstGeom prst="rect">
            <a:avLst/>
          </a:prstGeom>
        </p:spPr>
      </p:pic>
    </p:spTree>
    <p:extLst>
      <p:ext uri="{BB962C8B-B14F-4D97-AF65-F5344CB8AC3E}">
        <p14:creationId xmlns:p14="http://schemas.microsoft.com/office/powerpoint/2010/main" val="7635956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10E00-986C-7BCE-9396-6D63506A46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411E50-6F29-444C-9776-1B17EEE0F01A}"/>
              </a:ext>
            </a:extLst>
          </p:cNvPr>
          <p:cNvSpPr>
            <a:spLocks noGrp="1"/>
          </p:cNvSpPr>
          <p:nvPr>
            <p:ph type="title"/>
          </p:nvPr>
        </p:nvSpPr>
        <p:spPr/>
        <p:txBody>
          <a:bodyPr rtlCol="0"/>
          <a:lstStyle/>
          <a:p>
            <a:pPr rtl="0"/>
            <a:r>
              <a:rPr lang="en-GB" dirty="0"/>
              <a:t>Basic Operations PySpark</a:t>
            </a:r>
          </a:p>
        </p:txBody>
      </p:sp>
      <p:sp>
        <p:nvSpPr>
          <p:cNvPr id="19" name="Subtitle 2">
            <a:extLst>
              <a:ext uri="{FF2B5EF4-FFF2-40B4-BE49-F238E27FC236}">
                <a16:creationId xmlns:a16="http://schemas.microsoft.com/office/drawing/2014/main" id="{18CC0EA8-D0EA-F2C9-B005-55AF0CFD1573}"/>
              </a:ext>
            </a:extLst>
          </p:cNvPr>
          <p:cNvSpPr txBox="1">
            <a:spLocks/>
          </p:cNvSpPr>
          <p:nvPr/>
        </p:nvSpPr>
        <p:spPr>
          <a:xfrm>
            <a:off x="6807084" y="6478961"/>
            <a:ext cx="3073631" cy="407640"/>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350"/>
              </a:spcBef>
              <a:buSzPct val="100000"/>
              <a:buFont typeface="Arial" pitchFamily="34" charset="0"/>
              <a:buNone/>
              <a:defRPr sz="1500" kern="1200" cap="all" baseline="0">
                <a:solidFill>
                  <a:schemeClr val="tx1">
                    <a:lumMod val="50000"/>
                    <a:lumOff val="50000"/>
                  </a:schemeClr>
                </a:solidFill>
                <a:latin typeface="+mn-lt"/>
                <a:ea typeface="+mn-ea"/>
                <a:cs typeface="+mn-cs"/>
              </a:defRPr>
            </a:lvl1pPr>
            <a:lvl2pPr marL="342900" indent="0" algn="ctr" defTabSz="685800" rtl="0" eaLnBrk="1" latinLnBrk="0" hangingPunct="1">
              <a:lnSpc>
                <a:spcPct val="90000"/>
              </a:lnSpc>
              <a:spcBef>
                <a:spcPts val="450"/>
              </a:spcBef>
              <a:buSzPct val="100000"/>
              <a:buFont typeface="Arial" pitchFamily="34" charset="0"/>
              <a:buNone/>
              <a:defRPr sz="1500" kern="1200">
                <a:solidFill>
                  <a:schemeClr val="tx1">
                    <a:lumMod val="75000"/>
                    <a:lumOff val="25000"/>
                  </a:schemeClr>
                </a:solidFill>
                <a:latin typeface="+mn-lt"/>
                <a:ea typeface="+mn-ea"/>
                <a:cs typeface="+mn-cs"/>
              </a:defRPr>
            </a:lvl2pPr>
            <a:lvl3pPr marL="685800" indent="0" algn="ctr" defTabSz="685800" rtl="0" eaLnBrk="1" latinLnBrk="0" hangingPunct="1">
              <a:lnSpc>
                <a:spcPct val="90000"/>
              </a:lnSpc>
              <a:spcBef>
                <a:spcPts val="450"/>
              </a:spcBef>
              <a:buSzPct val="100000"/>
              <a:buFont typeface="Arial" pitchFamily="34" charset="0"/>
              <a:buNone/>
              <a:defRPr sz="1350" kern="1200">
                <a:solidFill>
                  <a:schemeClr val="tx1">
                    <a:lumMod val="75000"/>
                    <a:lumOff val="25000"/>
                  </a:schemeClr>
                </a:solidFill>
                <a:latin typeface="+mn-lt"/>
                <a:ea typeface="+mn-ea"/>
                <a:cs typeface="+mn-cs"/>
              </a:defRPr>
            </a:lvl3pPr>
            <a:lvl4pPr marL="1028700" indent="0" algn="ctr" defTabSz="685800" rtl="0" eaLnBrk="1" latinLnBrk="0" hangingPunct="1">
              <a:lnSpc>
                <a:spcPct val="90000"/>
              </a:lnSpc>
              <a:spcBef>
                <a:spcPts val="450"/>
              </a:spcBef>
              <a:buSzPct val="100000"/>
              <a:buFont typeface="Arial" pitchFamily="34" charset="0"/>
              <a:buNone/>
              <a:defRPr sz="1200" kern="1200">
                <a:solidFill>
                  <a:schemeClr val="tx1">
                    <a:lumMod val="75000"/>
                    <a:lumOff val="25000"/>
                  </a:schemeClr>
                </a:solidFill>
                <a:latin typeface="+mn-lt"/>
                <a:ea typeface="+mn-ea"/>
                <a:cs typeface="+mn-cs"/>
              </a:defRPr>
            </a:lvl4pPr>
            <a:lvl5pPr marL="1371600" indent="0" algn="ctr" defTabSz="685800" rtl="0" eaLnBrk="1" latinLnBrk="0" hangingPunct="1">
              <a:lnSpc>
                <a:spcPct val="90000"/>
              </a:lnSpc>
              <a:spcBef>
                <a:spcPts val="450"/>
              </a:spcBef>
              <a:buSzPct val="100000"/>
              <a:buFont typeface="Arial" pitchFamily="34" charset="0"/>
              <a:buNone/>
              <a:defRPr sz="1200" kern="1200">
                <a:solidFill>
                  <a:schemeClr val="tx1">
                    <a:lumMod val="75000"/>
                    <a:lumOff val="25000"/>
                  </a:schemeClr>
                </a:solidFill>
                <a:latin typeface="+mn-lt"/>
                <a:ea typeface="+mn-ea"/>
                <a:cs typeface="+mn-cs"/>
              </a:defRPr>
            </a:lvl5pPr>
            <a:lvl6pPr marL="17145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6pPr>
            <a:lvl7pPr marL="20574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7pPr>
            <a:lvl8pPr marL="24003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8pPr>
            <a:lvl9pPr marL="27432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9pPr>
          </a:lstStyle>
          <a:p>
            <a:r>
              <a:rPr lang="en-GB" dirty="0"/>
              <a:t>By </a:t>
            </a:r>
            <a:r>
              <a:rPr lang="en-GB" dirty="0">
                <a:hlinkClick r:id="rId3"/>
              </a:rPr>
              <a:t>Dheeraj Lakkakula</a:t>
            </a:r>
            <a:endParaRPr lang="en-GB" dirty="0"/>
          </a:p>
        </p:txBody>
      </p:sp>
      <p:pic>
        <p:nvPicPr>
          <p:cNvPr id="4" name="Picture 3" descr="A screenshot of a computer&#10;&#10;AI-generated content may be incorrect.">
            <a:extLst>
              <a:ext uri="{FF2B5EF4-FFF2-40B4-BE49-F238E27FC236}">
                <a16:creationId xmlns:a16="http://schemas.microsoft.com/office/drawing/2014/main" id="{EF244297-905D-A0F9-D7F1-34E900E8108B}"/>
              </a:ext>
            </a:extLst>
          </p:cNvPr>
          <p:cNvPicPr>
            <a:picLocks noChangeAspect="1"/>
          </p:cNvPicPr>
          <p:nvPr/>
        </p:nvPicPr>
        <p:blipFill>
          <a:blip r:embed="rId4"/>
          <a:stretch>
            <a:fillRect/>
          </a:stretch>
        </p:blipFill>
        <p:spPr>
          <a:xfrm>
            <a:off x="179513" y="1940929"/>
            <a:ext cx="4032448" cy="3648311"/>
          </a:xfrm>
          <a:prstGeom prst="rect">
            <a:avLst/>
          </a:prstGeom>
        </p:spPr>
      </p:pic>
      <p:pic>
        <p:nvPicPr>
          <p:cNvPr id="7" name="Picture 6" descr="A screenshot of a computer program&#10;&#10;AI-generated content may be incorrect.">
            <a:extLst>
              <a:ext uri="{FF2B5EF4-FFF2-40B4-BE49-F238E27FC236}">
                <a16:creationId xmlns:a16="http://schemas.microsoft.com/office/drawing/2014/main" id="{9FA6EF04-205B-4BC6-4FF7-2811105206DB}"/>
              </a:ext>
            </a:extLst>
          </p:cNvPr>
          <p:cNvPicPr>
            <a:picLocks noChangeAspect="1"/>
          </p:cNvPicPr>
          <p:nvPr/>
        </p:nvPicPr>
        <p:blipFill>
          <a:blip r:embed="rId5"/>
          <a:stretch>
            <a:fillRect/>
          </a:stretch>
        </p:blipFill>
        <p:spPr>
          <a:xfrm>
            <a:off x="4431912" y="1909692"/>
            <a:ext cx="4532575" cy="3986771"/>
          </a:xfrm>
          <a:prstGeom prst="rect">
            <a:avLst/>
          </a:prstGeom>
        </p:spPr>
      </p:pic>
    </p:spTree>
    <p:extLst>
      <p:ext uri="{BB962C8B-B14F-4D97-AF65-F5344CB8AC3E}">
        <p14:creationId xmlns:p14="http://schemas.microsoft.com/office/powerpoint/2010/main" val="21297742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F1496-D094-9D7F-5E79-26C9B2A7E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ADD250-711D-7730-46AF-519E8704B290}"/>
              </a:ext>
            </a:extLst>
          </p:cNvPr>
          <p:cNvSpPr>
            <a:spLocks noGrp="1"/>
          </p:cNvSpPr>
          <p:nvPr>
            <p:ph type="title"/>
          </p:nvPr>
        </p:nvSpPr>
        <p:spPr/>
        <p:txBody>
          <a:bodyPr rtlCol="0"/>
          <a:lstStyle/>
          <a:p>
            <a:pPr rtl="0"/>
            <a:r>
              <a:rPr lang="en-GB" dirty="0"/>
              <a:t>Basic Operations PySpark</a:t>
            </a:r>
          </a:p>
        </p:txBody>
      </p:sp>
      <p:sp>
        <p:nvSpPr>
          <p:cNvPr id="19" name="Subtitle 2">
            <a:extLst>
              <a:ext uri="{FF2B5EF4-FFF2-40B4-BE49-F238E27FC236}">
                <a16:creationId xmlns:a16="http://schemas.microsoft.com/office/drawing/2014/main" id="{C8276C6B-01D4-97C6-605A-89738CDED3F1}"/>
              </a:ext>
            </a:extLst>
          </p:cNvPr>
          <p:cNvSpPr txBox="1">
            <a:spLocks/>
          </p:cNvSpPr>
          <p:nvPr/>
        </p:nvSpPr>
        <p:spPr>
          <a:xfrm>
            <a:off x="6807084" y="6478961"/>
            <a:ext cx="3073631" cy="407640"/>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350"/>
              </a:spcBef>
              <a:buSzPct val="100000"/>
              <a:buFont typeface="Arial" pitchFamily="34" charset="0"/>
              <a:buNone/>
              <a:defRPr sz="1500" kern="1200" cap="all" baseline="0">
                <a:solidFill>
                  <a:schemeClr val="tx1">
                    <a:lumMod val="50000"/>
                    <a:lumOff val="50000"/>
                  </a:schemeClr>
                </a:solidFill>
                <a:latin typeface="+mn-lt"/>
                <a:ea typeface="+mn-ea"/>
                <a:cs typeface="+mn-cs"/>
              </a:defRPr>
            </a:lvl1pPr>
            <a:lvl2pPr marL="342900" indent="0" algn="ctr" defTabSz="685800" rtl="0" eaLnBrk="1" latinLnBrk="0" hangingPunct="1">
              <a:lnSpc>
                <a:spcPct val="90000"/>
              </a:lnSpc>
              <a:spcBef>
                <a:spcPts val="450"/>
              </a:spcBef>
              <a:buSzPct val="100000"/>
              <a:buFont typeface="Arial" pitchFamily="34" charset="0"/>
              <a:buNone/>
              <a:defRPr sz="1500" kern="1200">
                <a:solidFill>
                  <a:schemeClr val="tx1">
                    <a:lumMod val="75000"/>
                    <a:lumOff val="25000"/>
                  </a:schemeClr>
                </a:solidFill>
                <a:latin typeface="+mn-lt"/>
                <a:ea typeface="+mn-ea"/>
                <a:cs typeface="+mn-cs"/>
              </a:defRPr>
            </a:lvl2pPr>
            <a:lvl3pPr marL="685800" indent="0" algn="ctr" defTabSz="685800" rtl="0" eaLnBrk="1" latinLnBrk="0" hangingPunct="1">
              <a:lnSpc>
                <a:spcPct val="90000"/>
              </a:lnSpc>
              <a:spcBef>
                <a:spcPts val="450"/>
              </a:spcBef>
              <a:buSzPct val="100000"/>
              <a:buFont typeface="Arial" pitchFamily="34" charset="0"/>
              <a:buNone/>
              <a:defRPr sz="1350" kern="1200">
                <a:solidFill>
                  <a:schemeClr val="tx1">
                    <a:lumMod val="75000"/>
                    <a:lumOff val="25000"/>
                  </a:schemeClr>
                </a:solidFill>
                <a:latin typeface="+mn-lt"/>
                <a:ea typeface="+mn-ea"/>
                <a:cs typeface="+mn-cs"/>
              </a:defRPr>
            </a:lvl3pPr>
            <a:lvl4pPr marL="1028700" indent="0" algn="ctr" defTabSz="685800" rtl="0" eaLnBrk="1" latinLnBrk="0" hangingPunct="1">
              <a:lnSpc>
                <a:spcPct val="90000"/>
              </a:lnSpc>
              <a:spcBef>
                <a:spcPts val="450"/>
              </a:spcBef>
              <a:buSzPct val="100000"/>
              <a:buFont typeface="Arial" pitchFamily="34" charset="0"/>
              <a:buNone/>
              <a:defRPr sz="1200" kern="1200">
                <a:solidFill>
                  <a:schemeClr val="tx1">
                    <a:lumMod val="75000"/>
                    <a:lumOff val="25000"/>
                  </a:schemeClr>
                </a:solidFill>
                <a:latin typeface="+mn-lt"/>
                <a:ea typeface="+mn-ea"/>
                <a:cs typeface="+mn-cs"/>
              </a:defRPr>
            </a:lvl4pPr>
            <a:lvl5pPr marL="1371600" indent="0" algn="ctr" defTabSz="685800" rtl="0" eaLnBrk="1" latinLnBrk="0" hangingPunct="1">
              <a:lnSpc>
                <a:spcPct val="90000"/>
              </a:lnSpc>
              <a:spcBef>
                <a:spcPts val="450"/>
              </a:spcBef>
              <a:buSzPct val="100000"/>
              <a:buFont typeface="Arial" pitchFamily="34" charset="0"/>
              <a:buNone/>
              <a:defRPr sz="1200" kern="1200">
                <a:solidFill>
                  <a:schemeClr val="tx1">
                    <a:lumMod val="75000"/>
                    <a:lumOff val="25000"/>
                  </a:schemeClr>
                </a:solidFill>
                <a:latin typeface="+mn-lt"/>
                <a:ea typeface="+mn-ea"/>
                <a:cs typeface="+mn-cs"/>
              </a:defRPr>
            </a:lvl5pPr>
            <a:lvl6pPr marL="17145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6pPr>
            <a:lvl7pPr marL="20574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7pPr>
            <a:lvl8pPr marL="24003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8pPr>
            <a:lvl9pPr marL="2743200" indent="0" algn="ctr" defTabSz="685800" rtl="0" eaLnBrk="1" latinLnBrk="0" hangingPunct="1">
              <a:lnSpc>
                <a:spcPct val="90000"/>
              </a:lnSpc>
              <a:spcBef>
                <a:spcPts val="300"/>
              </a:spcBef>
              <a:buSzPct val="100000"/>
              <a:buFont typeface="Arial" pitchFamily="34" charset="0"/>
              <a:buNone/>
              <a:defRPr sz="1200" kern="1200">
                <a:solidFill>
                  <a:schemeClr val="tx1">
                    <a:lumMod val="75000"/>
                    <a:lumOff val="25000"/>
                  </a:schemeClr>
                </a:solidFill>
                <a:latin typeface="+mn-lt"/>
                <a:ea typeface="+mn-ea"/>
                <a:cs typeface="+mn-cs"/>
              </a:defRPr>
            </a:lvl9pPr>
          </a:lstStyle>
          <a:p>
            <a:r>
              <a:rPr lang="en-GB" dirty="0"/>
              <a:t>By </a:t>
            </a:r>
            <a:r>
              <a:rPr lang="en-GB" dirty="0">
                <a:hlinkClick r:id="rId3"/>
              </a:rPr>
              <a:t>Dheeraj Lakkakula</a:t>
            </a:r>
            <a:endParaRPr lang="en-GB" dirty="0"/>
          </a:p>
        </p:txBody>
      </p:sp>
      <p:pic>
        <p:nvPicPr>
          <p:cNvPr id="5" name="Picture 4" descr="A screenshot of a computer&#10;&#10;AI-generated content may be incorrect.">
            <a:extLst>
              <a:ext uri="{FF2B5EF4-FFF2-40B4-BE49-F238E27FC236}">
                <a16:creationId xmlns:a16="http://schemas.microsoft.com/office/drawing/2014/main" id="{4BAE158E-6CBD-043D-3694-2C2017F2513E}"/>
              </a:ext>
            </a:extLst>
          </p:cNvPr>
          <p:cNvPicPr>
            <a:picLocks noChangeAspect="1"/>
          </p:cNvPicPr>
          <p:nvPr/>
        </p:nvPicPr>
        <p:blipFill>
          <a:blip r:embed="rId4"/>
          <a:stretch>
            <a:fillRect/>
          </a:stretch>
        </p:blipFill>
        <p:spPr>
          <a:xfrm>
            <a:off x="1135899" y="1916832"/>
            <a:ext cx="6872202" cy="3600400"/>
          </a:xfrm>
          <a:prstGeom prst="rect">
            <a:avLst/>
          </a:prstGeom>
        </p:spPr>
      </p:pic>
    </p:spTree>
    <p:extLst>
      <p:ext uri="{BB962C8B-B14F-4D97-AF65-F5344CB8AC3E}">
        <p14:creationId xmlns:p14="http://schemas.microsoft.com/office/powerpoint/2010/main" val="8835114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Medical Design 16x9">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5685047_TF02901024.potx" id="{EBA6CA3D-6EC7-463F-AA0F-FFAF2438C800}" vid="{A92DF10D-038C-47BE-96E7-5D4D8DFD2099}"/>
    </a:ext>
  </a:extLst>
</a:theme>
</file>

<file path=ppt/theme/theme2.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MedicalHealth">
      <a:dk1>
        <a:sysClr val="windowText" lastClr="000000"/>
      </a:dk1>
      <a:lt1>
        <a:sysClr val="window" lastClr="FFFFFF"/>
      </a:lt1>
      <a:dk2>
        <a:srgbClr val="656367"/>
      </a:dk2>
      <a:lt2>
        <a:srgbClr val="F2F2F2"/>
      </a:lt2>
      <a:accent1>
        <a:srgbClr val="B82D2F"/>
      </a:accent1>
      <a:accent2>
        <a:srgbClr val="333333"/>
      </a:accent2>
      <a:accent3>
        <a:srgbClr val="2B4A63"/>
      </a:accent3>
      <a:accent4>
        <a:srgbClr val="445E45"/>
      </a:accent4>
      <a:accent5>
        <a:srgbClr val="5A3A64"/>
      </a:accent5>
      <a:accent6>
        <a:srgbClr val="DB8526"/>
      </a:accent6>
      <a:hlink>
        <a:srgbClr val="164E6E"/>
      </a:hlink>
      <a:folHlink>
        <a:srgbClr val="667F6D"/>
      </a:folHlink>
    </a:clrScheme>
    <a:fontScheme name="Franklin Gothic Medium">
      <a:maj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Medium"/>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Medical design presentation (widescreen)</Template>
  <TotalTime>742</TotalTime>
  <Words>841</Words>
  <Application>Microsoft Office PowerPoint</Application>
  <PresentationFormat>On-screen Show (4:3)</PresentationFormat>
  <Paragraphs>91</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Franklin Gothic Medium</vt:lpstr>
      <vt:lpstr>Medical Design 16x9</vt:lpstr>
      <vt:lpstr>SPARK ARCHITECTURE</vt:lpstr>
      <vt:lpstr>Spark Architecture</vt:lpstr>
      <vt:lpstr>How Spark Executes - step by step example (Lazy Evaluation, DAG, RDD)</vt:lpstr>
      <vt:lpstr>How Spark Executes - step by step example (Lazy Evaluation, DAG, RDD)</vt:lpstr>
      <vt:lpstr>RDD (Resilient Distributed Dataset) vs DataFrame </vt:lpstr>
      <vt:lpstr>Magic commands in Databricks</vt:lpstr>
      <vt:lpstr>Basic Operations PySpark</vt:lpstr>
      <vt:lpstr>Basic Operations PySpark</vt:lpstr>
      <vt:lpstr>Basic Operations PySpark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Lakkakula Dheeraj</dc:creator>
  <cp:lastModifiedBy>Lakkakula Dheeraj</cp:lastModifiedBy>
  <cp:revision>1</cp:revision>
  <dcterms:created xsi:type="dcterms:W3CDTF">2026-01-09T22:32:25Z</dcterms:created>
  <dcterms:modified xsi:type="dcterms:W3CDTF">2026-01-10T10:54:56Z</dcterms:modified>
</cp:coreProperties>
</file>